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70" r:id="rId5"/>
    <p:sldId id="298" r:id="rId6"/>
    <p:sldId id="275" r:id="rId7"/>
    <p:sldId id="281" r:id="rId8"/>
    <p:sldId id="351" r:id="rId9"/>
    <p:sldId id="353" r:id="rId10"/>
    <p:sldId id="354" r:id="rId11"/>
    <p:sldId id="308" r:id="rId12"/>
    <p:sldId id="285" r:id="rId13"/>
    <p:sldId id="357" r:id="rId14"/>
    <p:sldId id="283" r:id="rId15"/>
    <p:sldId id="284" r:id="rId16"/>
    <p:sldId id="356" r:id="rId17"/>
    <p:sldId id="355" r:id="rId18"/>
    <p:sldId id="280" r:id="rId19"/>
    <p:sldId id="3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04EBD86-6881-405E-8890-3B18DDB940E7}" name="Janes, Wesley" initials="WJ" userId="S::wcj97@msstate.edu::3380da8e-dc6f-4ebb-8052-75c75d3b9c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0505"/>
    <a:srgbClr val="5D1725"/>
    <a:srgbClr val="302BED"/>
    <a:srgbClr val="5456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kersley, Lonnie" userId="1d46964f-25f2-47ef-9833-509451058636" providerId="ADAL" clId="{34BA3796-A8BA-41A4-A26F-606B7EF1693F}"/>
    <pc:docChg chg="undo custSel addSld delSld modSld sldOrd">
      <pc:chgData name="Tankersley, Lonnie" userId="1d46964f-25f2-47ef-9833-509451058636" providerId="ADAL" clId="{34BA3796-A8BA-41A4-A26F-606B7EF1693F}" dt="2025-12-02T19:18:03.443" v="1234" actId="1076"/>
      <pc:docMkLst>
        <pc:docMk/>
      </pc:docMkLst>
      <pc:sldChg chg="addSp delSp modSp mod">
        <pc:chgData name="Tankersley, Lonnie" userId="1d46964f-25f2-47ef-9833-509451058636" providerId="ADAL" clId="{34BA3796-A8BA-41A4-A26F-606B7EF1693F}" dt="2025-12-02T06:45:09.456" v="309"/>
        <pc:sldMkLst>
          <pc:docMk/>
          <pc:sldMk cId="1257029662" sldId="276"/>
        </pc:sldMkLst>
        <pc:picChg chg="add mod">
          <ac:chgData name="Tankersley, Lonnie" userId="1d46964f-25f2-47ef-9833-509451058636" providerId="ADAL" clId="{34BA3796-A8BA-41A4-A26F-606B7EF1693F}" dt="2025-12-02T06:45:09.456" v="309"/>
          <ac:picMkLst>
            <pc:docMk/>
            <pc:sldMk cId="1257029662" sldId="276"/>
            <ac:picMk id="5" creationId="{D1192BF5-94CD-7C1F-EE3D-DCFAD1944D42}"/>
          </ac:picMkLst>
        </pc:picChg>
      </pc:sldChg>
      <pc:sldChg chg="addSp delSp modSp mod">
        <pc:chgData name="Tankersley, Lonnie" userId="1d46964f-25f2-47ef-9833-509451058636" providerId="ADAL" clId="{34BA3796-A8BA-41A4-A26F-606B7EF1693F}" dt="2025-12-02T18:58:25.896" v="1056" actId="1076"/>
        <pc:sldMkLst>
          <pc:docMk/>
          <pc:sldMk cId="77096818" sldId="277"/>
        </pc:sldMkLst>
        <pc:spChg chg="add mod">
          <ac:chgData name="Tankersley, Lonnie" userId="1d46964f-25f2-47ef-9833-509451058636" providerId="ADAL" clId="{34BA3796-A8BA-41A4-A26F-606B7EF1693F}" dt="2025-12-02T18:58:25.896" v="1056" actId="1076"/>
          <ac:spMkLst>
            <pc:docMk/>
            <pc:sldMk cId="77096818" sldId="277"/>
            <ac:spMk id="3" creationId="{39B64E4C-4CCB-EB95-24B1-98E4510AE95E}"/>
          </ac:spMkLst>
        </pc:spChg>
      </pc:sldChg>
      <pc:sldChg chg="addSp modSp mod">
        <pc:chgData name="Tankersley, Lonnie" userId="1d46964f-25f2-47ef-9833-509451058636" providerId="ADAL" clId="{34BA3796-A8BA-41A4-A26F-606B7EF1693F}" dt="2025-12-02T19:18:03.443" v="1234" actId="1076"/>
        <pc:sldMkLst>
          <pc:docMk/>
          <pc:sldMk cId="1161464658" sldId="279"/>
        </pc:sldMkLst>
        <pc:spChg chg="add mod">
          <ac:chgData name="Tankersley, Lonnie" userId="1d46964f-25f2-47ef-9833-509451058636" providerId="ADAL" clId="{34BA3796-A8BA-41A4-A26F-606B7EF1693F}" dt="2025-12-02T07:16:29.327" v="607" actId="1076"/>
          <ac:spMkLst>
            <pc:docMk/>
            <pc:sldMk cId="1161464658" sldId="279"/>
            <ac:spMk id="6" creationId="{CA2E375B-5808-15B2-089A-E090F22104B1}"/>
          </ac:spMkLst>
        </pc:spChg>
        <pc:spChg chg="mod">
          <ac:chgData name="Tankersley, Lonnie" userId="1d46964f-25f2-47ef-9833-509451058636" providerId="ADAL" clId="{34BA3796-A8BA-41A4-A26F-606B7EF1693F}" dt="2025-12-02T07:16:29.596" v="608" actId="1076"/>
          <ac:spMkLst>
            <pc:docMk/>
            <pc:sldMk cId="1161464658" sldId="279"/>
            <ac:spMk id="8" creationId="{2CE8D696-1774-0274-1861-E4A304908E04}"/>
          </ac:spMkLst>
        </pc:spChg>
        <pc:spChg chg="add mod">
          <ac:chgData name="Tankersley, Lonnie" userId="1d46964f-25f2-47ef-9833-509451058636" providerId="ADAL" clId="{34BA3796-A8BA-41A4-A26F-606B7EF1693F}" dt="2025-12-02T17:46:15.836" v="1003" actId="1076"/>
          <ac:spMkLst>
            <pc:docMk/>
            <pc:sldMk cId="1161464658" sldId="279"/>
            <ac:spMk id="9" creationId="{44CCFC62-3F2E-FA3A-3AC1-F5B1C6E8E29F}"/>
          </ac:spMkLst>
        </pc:spChg>
        <pc:spChg chg="add mod">
          <ac:chgData name="Tankersley, Lonnie" userId="1d46964f-25f2-47ef-9833-509451058636" providerId="ADAL" clId="{34BA3796-A8BA-41A4-A26F-606B7EF1693F}" dt="2025-12-02T17:46:15.836" v="1003" actId="1076"/>
          <ac:spMkLst>
            <pc:docMk/>
            <pc:sldMk cId="1161464658" sldId="279"/>
            <ac:spMk id="10" creationId="{EAE4C7C5-3131-6BE6-3E2A-AE7E691C475B}"/>
          </ac:spMkLst>
        </pc:spChg>
        <pc:picChg chg="add mod">
          <ac:chgData name="Tankersley, Lonnie" userId="1d46964f-25f2-47ef-9833-509451058636" providerId="ADAL" clId="{34BA3796-A8BA-41A4-A26F-606B7EF1693F}" dt="2025-12-02T07:16:35.193" v="612" actId="1076"/>
          <ac:picMkLst>
            <pc:docMk/>
            <pc:sldMk cId="1161464658" sldId="279"/>
            <ac:picMk id="3" creationId="{CE336D07-4B05-043B-ED0F-CC29D818E111}"/>
          </ac:picMkLst>
        </pc:picChg>
        <pc:picChg chg="add mod">
          <ac:chgData name="Tankersley, Lonnie" userId="1d46964f-25f2-47ef-9833-509451058636" providerId="ADAL" clId="{34BA3796-A8BA-41A4-A26F-606B7EF1693F}" dt="2025-12-02T07:16:26.160" v="606" actId="1076"/>
          <ac:picMkLst>
            <pc:docMk/>
            <pc:sldMk cId="1161464658" sldId="279"/>
            <ac:picMk id="5" creationId="{E2BDD55C-5787-C408-538B-9537591021E9}"/>
          </ac:picMkLst>
        </pc:picChg>
        <pc:picChg chg="add mod">
          <ac:chgData name="Tankersley, Lonnie" userId="1d46964f-25f2-47ef-9833-509451058636" providerId="ADAL" clId="{34BA3796-A8BA-41A4-A26F-606B7EF1693F}" dt="2025-12-02T18:51:35.747" v="1007" actId="1076"/>
          <ac:picMkLst>
            <pc:docMk/>
            <pc:sldMk cId="1161464658" sldId="279"/>
            <ac:picMk id="7" creationId="{817EC653-A91D-0AD6-D096-B2E04E728771}"/>
          </ac:picMkLst>
        </pc:picChg>
        <pc:picChg chg="add mod">
          <ac:chgData name="Tankersley, Lonnie" userId="1d46964f-25f2-47ef-9833-509451058636" providerId="ADAL" clId="{34BA3796-A8BA-41A4-A26F-606B7EF1693F}" dt="2025-12-02T19:18:01.003" v="1232" actId="1076"/>
          <ac:picMkLst>
            <pc:docMk/>
            <pc:sldMk cId="1161464658" sldId="279"/>
            <ac:picMk id="11" creationId="{8C39DEF0-B59D-ACB1-3C11-65341B75DF11}"/>
          </ac:picMkLst>
        </pc:picChg>
        <pc:picChg chg="add mod">
          <ac:chgData name="Tankersley, Lonnie" userId="1d46964f-25f2-47ef-9833-509451058636" providerId="ADAL" clId="{34BA3796-A8BA-41A4-A26F-606B7EF1693F}" dt="2025-12-02T18:51:48.011" v="1013" actId="1076"/>
          <ac:picMkLst>
            <pc:docMk/>
            <pc:sldMk cId="1161464658" sldId="279"/>
            <ac:picMk id="12" creationId="{C6C49A6D-F48B-F0B5-DDDB-C60FE7CA0CDD}"/>
          </ac:picMkLst>
        </pc:picChg>
        <pc:picChg chg="add mod">
          <ac:chgData name="Tankersley, Lonnie" userId="1d46964f-25f2-47ef-9833-509451058636" providerId="ADAL" clId="{34BA3796-A8BA-41A4-A26F-606B7EF1693F}" dt="2025-12-02T19:18:03.443" v="1234" actId="1076"/>
          <ac:picMkLst>
            <pc:docMk/>
            <pc:sldMk cId="1161464658" sldId="279"/>
            <ac:picMk id="13" creationId="{14EAC676-B126-7DBC-02A6-FA218476C4CC}"/>
          </ac:picMkLst>
        </pc:picChg>
      </pc:sldChg>
      <pc:sldChg chg="delSp modSp mod">
        <pc:chgData name="Tankersley, Lonnie" userId="1d46964f-25f2-47ef-9833-509451058636" providerId="ADAL" clId="{34BA3796-A8BA-41A4-A26F-606B7EF1693F}" dt="2025-12-02T06:13:09.557" v="138" actId="478"/>
        <pc:sldMkLst>
          <pc:docMk/>
          <pc:sldMk cId="3723636757" sldId="359"/>
        </pc:sldMkLst>
        <pc:graphicFrameChg chg="mod">
          <ac:chgData name="Tankersley, Lonnie" userId="1d46964f-25f2-47ef-9833-509451058636" providerId="ADAL" clId="{34BA3796-A8BA-41A4-A26F-606B7EF1693F}" dt="2025-12-02T06:12:50.823" v="137" actId="20577"/>
          <ac:graphicFrameMkLst>
            <pc:docMk/>
            <pc:sldMk cId="3723636757" sldId="359"/>
            <ac:graphicFrameMk id="5" creationId="{1EC56FA2-FCED-08A9-AAAC-57C93F23BDB1}"/>
          </ac:graphicFrameMkLst>
        </pc:graphicFrameChg>
      </pc:sldChg>
      <pc:sldChg chg="addSp delSp modSp new mod ord">
        <pc:chgData name="Tankersley, Lonnie" userId="1d46964f-25f2-47ef-9833-509451058636" providerId="ADAL" clId="{34BA3796-A8BA-41A4-A26F-606B7EF1693F}" dt="2025-12-02T07:08:53.864" v="506" actId="208"/>
        <pc:sldMkLst>
          <pc:docMk/>
          <pc:sldMk cId="1146590194" sldId="360"/>
        </pc:sldMkLst>
        <pc:spChg chg="mod">
          <ac:chgData name="Tankersley, Lonnie" userId="1d46964f-25f2-47ef-9833-509451058636" providerId="ADAL" clId="{34BA3796-A8BA-41A4-A26F-606B7EF1693F}" dt="2025-12-02T06:26:07.666" v="171" actId="113"/>
          <ac:spMkLst>
            <pc:docMk/>
            <pc:sldMk cId="1146590194" sldId="360"/>
            <ac:spMk id="2" creationId="{37519E5A-926F-630F-F535-84E59FDAA60A}"/>
          </ac:spMkLst>
        </pc:spChg>
        <pc:spChg chg="add mod">
          <ac:chgData name="Tankersley, Lonnie" userId="1d46964f-25f2-47ef-9833-509451058636" providerId="ADAL" clId="{34BA3796-A8BA-41A4-A26F-606B7EF1693F}" dt="2025-12-02T07:08:53.864" v="506" actId="208"/>
          <ac:spMkLst>
            <pc:docMk/>
            <pc:sldMk cId="1146590194" sldId="360"/>
            <ac:spMk id="3" creationId="{F180BB33-4840-1B41-6F60-E0505A2392C4}"/>
          </ac:spMkLst>
        </pc:spChg>
        <pc:picChg chg="add mod ord">
          <ac:chgData name="Tankersley, Lonnie" userId="1d46964f-25f2-47ef-9833-509451058636" providerId="ADAL" clId="{34BA3796-A8BA-41A4-A26F-606B7EF1693F}" dt="2025-12-02T06:24:56.279" v="156" actId="1076"/>
          <ac:picMkLst>
            <pc:docMk/>
            <pc:sldMk cId="1146590194" sldId="360"/>
            <ac:picMk id="6" creationId="{B29B43F6-23FD-C74B-4DB3-11A0821C9D2C}"/>
          </ac:picMkLst>
        </pc:picChg>
        <pc:picChg chg="add mod">
          <ac:chgData name="Tankersley, Lonnie" userId="1d46964f-25f2-47ef-9833-509451058636" providerId="ADAL" clId="{34BA3796-A8BA-41A4-A26F-606B7EF1693F}" dt="2025-12-02T07:00:54.496" v="488" actId="1076"/>
          <ac:picMkLst>
            <pc:docMk/>
            <pc:sldMk cId="1146590194" sldId="360"/>
            <ac:picMk id="8" creationId="{E5617162-D0A6-2854-7A79-BA520263D834}"/>
          </ac:picMkLst>
        </pc:picChg>
      </pc:sldChg>
      <pc:sldChg chg="addSp delSp modSp new mod modTransition modAnim">
        <pc:chgData name="Tankersley, Lonnie" userId="1d46964f-25f2-47ef-9833-509451058636" providerId="ADAL" clId="{34BA3796-A8BA-41A4-A26F-606B7EF1693F}" dt="2025-12-02T06:52:52.385" v="377" actId="1076"/>
        <pc:sldMkLst>
          <pc:docMk/>
          <pc:sldMk cId="3091663727" sldId="361"/>
        </pc:sldMkLst>
        <pc:spChg chg="mod">
          <ac:chgData name="Tankersley, Lonnie" userId="1d46964f-25f2-47ef-9833-509451058636" providerId="ADAL" clId="{34BA3796-A8BA-41A4-A26F-606B7EF1693F}" dt="2025-12-02T06:52:25.265" v="363" actId="1076"/>
          <ac:spMkLst>
            <pc:docMk/>
            <pc:sldMk cId="3091663727" sldId="361"/>
            <ac:spMk id="2" creationId="{5341106F-6918-6AEE-7061-4E3A3282DAD3}"/>
          </ac:spMkLst>
        </pc:spChg>
        <pc:picChg chg="add mod">
          <ac:chgData name="Tankersley, Lonnie" userId="1d46964f-25f2-47ef-9833-509451058636" providerId="ADAL" clId="{34BA3796-A8BA-41A4-A26F-606B7EF1693F}" dt="2025-12-02T06:52:52.385" v="377" actId="1076"/>
          <ac:picMkLst>
            <pc:docMk/>
            <pc:sldMk cId="3091663727" sldId="361"/>
            <ac:picMk id="12" creationId="{C4A0FBE5-E54E-CE78-9FDC-3DF78E278B73}"/>
          </ac:picMkLst>
        </pc:picChg>
      </pc:sldChg>
      <pc:sldChg chg="addSp delSp modSp new mod">
        <pc:chgData name="Tankersley, Lonnie" userId="1d46964f-25f2-47ef-9833-509451058636" providerId="ADAL" clId="{34BA3796-A8BA-41A4-A26F-606B7EF1693F}" dt="2025-12-02T18:58:16.984" v="1054" actId="1076"/>
        <pc:sldMkLst>
          <pc:docMk/>
          <pc:sldMk cId="2186585753" sldId="362"/>
        </pc:sldMkLst>
        <pc:spChg chg="mod">
          <ac:chgData name="Tankersley, Lonnie" userId="1d46964f-25f2-47ef-9833-509451058636" providerId="ADAL" clId="{34BA3796-A8BA-41A4-A26F-606B7EF1693F}" dt="2025-12-02T06:33:11.502" v="211" actId="1076"/>
          <ac:spMkLst>
            <pc:docMk/>
            <pc:sldMk cId="2186585753" sldId="362"/>
            <ac:spMk id="2" creationId="{2F8D4689-E79E-B51F-A4EB-13B01F6B6D0F}"/>
          </ac:spMkLst>
        </pc:spChg>
        <pc:spChg chg="add mod">
          <ac:chgData name="Tankersley, Lonnie" userId="1d46964f-25f2-47ef-9833-509451058636" providerId="ADAL" clId="{34BA3796-A8BA-41A4-A26F-606B7EF1693F}" dt="2025-12-02T18:57:45.305" v="1044" actId="1076"/>
          <ac:spMkLst>
            <pc:docMk/>
            <pc:sldMk cId="2186585753" sldId="362"/>
            <ac:spMk id="5" creationId="{C236A599-BF13-C55F-BC55-C17CE93A5A84}"/>
          </ac:spMkLst>
        </pc:spChg>
        <pc:spChg chg="add mod">
          <ac:chgData name="Tankersley, Lonnie" userId="1d46964f-25f2-47ef-9833-509451058636" providerId="ADAL" clId="{34BA3796-A8BA-41A4-A26F-606B7EF1693F}" dt="2025-12-02T18:58:16.984" v="1054" actId="1076"/>
          <ac:spMkLst>
            <pc:docMk/>
            <pc:sldMk cId="2186585753" sldId="362"/>
            <ac:spMk id="9" creationId="{6B655D58-7C58-3979-EED4-557A5B8E0946}"/>
          </ac:spMkLst>
        </pc:spChg>
        <pc:spChg chg="add mod">
          <ac:chgData name="Tankersley, Lonnie" userId="1d46964f-25f2-47ef-9833-509451058636" providerId="ADAL" clId="{34BA3796-A8BA-41A4-A26F-606B7EF1693F}" dt="2025-12-02T06:52:44.305" v="372" actId="1076"/>
          <ac:spMkLst>
            <pc:docMk/>
            <pc:sldMk cId="2186585753" sldId="362"/>
            <ac:spMk id="12" creationId="{6F638F98-1F94-4079-6642-801AC083A486}"/>
          </ac:spMkLst>
        </pc:spChg>
        <pc:picChg chg="add mod">
          <ac:chgData name="Tankersley, Lonnie" userId="1d46964f-25f2-47ef-9833-509451058636" providerId="ADAL" clId="{34BA3796-A8BA-41A4-A26F-606B7EF1693F}" dt="2025-12-02T18:58:14.676" v="1053" actId="1076"/>
          <ac:picMkLst>
            <pc:docMk/>
            <pc:sldMk cId="2186585753" sldId="362"/>
            <ac:picMk id="6" creationId="{7BE85109-9B14-B8D0-7A60-C0CFF09DD828}"/>
          </ac:picMkLst>
        </pc:picChg>
        <pc:picChg chg="add mod">
          <ac:chgData name="Tankersley, Lonnie" userId="1d46964f-25f2-47ef-9833-509451058636" providerId="ADAL" clId="{34BA3796-A8BA-41A4-A26F-606B7EF1693F}" dt="2025-12-02T06:52:30.701" v="368" actId="1076"/>
          <ac:picMkLst>
            <pc:docMk/>
            <pc:sldMk cId="2186585753" sldId="362"/>
            <ac:picMk id="8" creationId="{D357AFB0-8D55-1F63-3D38-909243DE03D9}"/>
          </ac:picMkLst>
        </pc:picChg>
        <pc:picChg chg="add mod">
          <ac:chgData name="Tankersley, Lonnie" userId="1d46964f-25f2-47ef-9833-509451058636" providerId="ADAL" clId="{34BA3796-A8BA-41A4-A26F-606B7EF1693F}" dt="2025-12-02T06:52:33.195" v="370" actId="1076"/>
          <ac:picMkLst>
            <pc:docMk/>
            <pc:sldMk cId="2186585753" sldId="362"/>
            <ac:picMk id="11" creationId="{CA4522BB-B324-64C2-1905-B13A1432959E}"/>
          </ac:picMkLst>
        </pc:picChg>
      </pc:sldChg>
      <pc:sldChg chg="addSp delSp modSp new mod">
        <pc:chgData name="Tankersley, Lonnie" userId="1d46964f-25f2-47ef-9833-509451058636" providerId="ADAL" clId="{34BA3796-A8BA-41A4-A26F-606B7EF1693F}" dt="2025-12-02T06:57:38.222" v="432" actId="1076"/>
        <pc:sldMkLst>
          <pc:docMk/>
          <pc:sldMk cId="2537810926" sldId="363"/>
        </pc:sldMkLst>
        <pc:spChg chg="mod">
          <ac:chgData name="Tankersley, Lonnie" userId="1d46964f-25f2-47ef-9833-509451058636" providerId="ADAL" clId="{34BA3796-A8BA-41A4-A26F-606B7EF1693F}" dt="2025-12-02T06:53:05.030" v="402" actId="122"/>
          <ac:spMkLst>
            <pc:docMk/>
            <pc:sldMk cId="2537810926" sldId="363"/>
            <ac:spMk id="2" creationId="{6A50CF1F-06F7-8D22-6112-71922CE60279}"/>
          </ac:spMkLst>
        </pc:spChg>
        <pc:picChg chg="add mod">
          <ac:chgData name="Tankersley, Lonnie" userId="1d46964f-25f2-47ef-9833-509451058636" providerId="ADAL" clId="{34BA3796-A8BA-41A4-A26F-606B7EF1693F}" dt="2025-12-02T06:57:35.815" v="430" actId="14100"/>
          <ac:picMkLst>
            <pc:docMk/>
            <pc:sldMk cId="2537810926" sldId="363"/>
            <ac:picMk id="8" creationId="{F92740C1-94D0-53B5-0918-382F47549A98}"/>
          </ac:picMkLst>
        </pc:picChg>
        <pc:picChg chg="add mod">
          <ac:chgData name="Tankersley, Lonnie" userId="1d46964f-25f2-47ef-9833-509451058636" providerId="ADAL" clId="{34BA3796-A8BA-41A4-A26F-606B7EF1693F}" dt="2025-12-02T06:57:38.222" v="432" actId="1076"/>
          <ac:picMkLst>
            <pc:docMk/>
            <pc:sldMk cId="2537810926" sldId="363"/>
            <ac:picMk id="12" creationId="{E0C169AE-5524-E0CF-2F69-C1D403C0D728}"/>
          </ac:picMkLst>
        </pc:picChg>
      </pc:sldChg>
      <pc:sldChg chg="addSp delSp modSp new mod">
        <pc:chgData name="Tankersley, Lonnie" userId="1d46964f-25f2-47ef-9833-509451058636" providerId="ADAL" clId="{34BA3796-A8BA-41A4-A26F-606B7EF1693F}" dt="2025-12-02T18:59:42.576" v="1066" actId="1076"/>
        <pc:sldMkLst>
          <pc:docMk/>
          <pc:sldMk cId="981618150" sldId="364"/>
        </pc:sldMkLst>
        <pc:spChg chg="mod">
          <ac:chgData name="Tankersley, Lonnie" userId="1d46964f-25f2-47ef-9833-509451058636" providerId="ADAL" clId="{34BA3796-A8BA-41A4-A26F-606B7EF1693F}" dt="2025-12-02T07:08:04.867" v="489" actId="1076"/>
          <ac:spMkLst>
            <pc:docMk/>
            <pc:sldMk cId="981618150" sldId="364"/>
            <ac:spMk id="2" creationId="{5675EE33-AD62-900B-381D-C9056E44BC14}"/>
          </ac:spMkLst>
        </pc:spChg>
        <pc:spChg chg="add mod">
          <ac:chgData name="Tankersley, Lonnie" userId="1d46964f-25f2-47ef-9833-509451058636" providerId="ADAL" clId="{34BA3796-A8BA-41A4-A26F-606B7EF1693F}" dt="2025-12-02T16:58:29.045" v="717" actId="1076"/>
          <ac:spMkLst>
            <pc:docMk/>
            <pc:sldMk cId="981618150" sldId="364"/>
            <ac:spMk id="5" creationId="{A9FCC7BE-0F95-AFBE-5594-990E1CD21221}"/>
          </ac:spMkLst>
        </pc:spChg>
        <pc:spChg chg="add mod">
          <ac:chgData name="Tankersley, Lonnie" userId="1d46964f-25f2-47ef-9833-509451058636" providerId="ADAL" clId="{34BA3796-A8BA-41A4-A26F-606B7EF1693F}" dt="2025-12-02T16:55:22.488" v="635" actId="14100"/>
          <ac:spMkLst>
            <pc:docMk/>
            <pc:sldMk cId="981618150" sldId="364"/>
            <ac:spMk id="9" creationId="{4EA075F3-6975-42FA-11BB-C3B73EC8CA64}"/>
          </ac:spMkLst>
        </pc:spChg>
        <pc:spChg chg="add mod">
          <ac:chgData name="Tankersley, Lonnie" userId="1d46964f-25f2-47ef-9833-509451058636" providerId="ADAL" clId="{34BA3796-A8BA-41A4-A26F-606B7EF1693F}" dt="2025-12-02T16:55:38.789" v="652" actId="1076"/>
          <ac:spMkLst>
            <pc:docMk/>
            <pc:sldMk cId="981618150" sldId="364"/>
            <ac:spMk id="10" creationId="{D81C2767-8EE7-971B-4AE9-44AD1E56DA1D}"/>
          </ac:spMkLst>
        </pc:spChg>
        <pc:spChg chg="add mod">
          <ac:chgData name="Tankersley, Lonnie" userId="1d46964f-25f2-47ef-9833-509451058636" providerId="ADAL" clId="{34BA3796-A8BA-41A4-A26F-606B7EF1693F}" dt="2025-12-02T16:55:59.833" v="665" actId="20577"/>
          <ac:spMkLst>
            <pc:docMk/>
            <pc:sldMk cId="981618150" sldId="364"/>
            <ac:spMk id="11" creationId="{58439076-9CD1-A11E-ECF7-E3BE5820D68C}"/>
          </ac:spMkLst>
        </pc:spChg>
        <pc:spChg chg="add mod">
          <ac:chgData name="Tankersley, Lonnie" userId="1d46964f-25f2-47ef-9833-509451058636" providerId="ADAL" clId="{34BA3796-A8BA-41A4-A26F-606B7EF1693F}" dt="2025-12-02T16:57:35.832" v="700" actId="1076"/>
          <ac:spMkLst>
            <pc:docMk/>
            <pc:sldMk cId="981618150" sldId="364"/>
            <ac:spMk id="13" creationId="{692BD4B2-A278-46E8-F91D-DE01B96DA60A}"/>
          </ac:spMkLst>
        </pc:spChg>
        <pc:spChg chg="add mod">
          <ac:chgData name="Tankersley, Lonnie" userId="1d46964f-25f2-47ef-9833-509451058636" providerId="ADAL" clId="{34BA3796-A8BA-41A4-A26F-606B7EF1693F}" dt="2025-12-02T16:57:47.691" v="708" actId="1076"/>
          <ac:spMkLst>
            <pc:docMk/>
            <pc:sldMk cId="981618150" sldId="364"/>
            <ac:spMk id="14" creationId="{20115E4C-CA50-8CC8-FB8E-C2911B54407B}"/>
          </ac:spMkLst>
        </pc:spChg>
        <pc:spChg chg="add mod">
          <ac:chgData name="Tankersley, Lonnie" userId="1d46964f-25f2-47ef-9833-509451058636" providerId="ADAL" clId="{34BA3796-A8BA-41A4-A26F-606B7EF1693F}" dt="2025-12-02T16:58:00.216" v="716" actId="20577"/>
          <ac:spMkLst>
            <pc:docMk/>
            <pc:sldMk cId="981618150" sldId="364"/>
            <ac:spMk id="15" creationId="{52E68BAD-F710-17EA-9619-AF5A244C02D0}"/>
          </ac:spMkLst>
        </pc:spChg>
        <pc:spChg chg="add mod">
          <ac:chgData name="Tankersley, Lonnie" userId="1d46964f-25f2-47ef-9833-509451058636" providerId="ADAL" clId="{34BA3796-A8BA-41A4-A26F-606B7EF1693F}" dt="2025-12-02T18:59:42.576" v="1066" actId="1076"/>
          <ac:spMkLst>
            <pc:docMk/>
            <pc:sldMk cId="981618150" sldId="364"/>
            <ac:spMk id="17" creationId="{AA82D88C-931E-2098-3BBC-13536B17817C}"/>
          </ac:spMkLst>
        </pc:spChg>
        <pc:picChg chg="add mod">
          <ac:chgData name="Tankersley, Lonnie" userId="1d46964f-25f2-47ef-9833-509451058636" providerId="ADAL" clId="{34BA3796-A8BA-41A4-A26F-606B7EF1693F}" dt="2025-12-02T16:54:55.472" v="623" actId="1076"/>
          <ac:picMkLst>
            <pc:docMk/>
            <pc:sldMk cId="981618150" sldId="364"/>
            <ac:picMk id="6" creationId="{F29939FB-BC39-5C5B-4575-A4DBBA970CC5}"/>
          </ac:picMkLst>
        </pc:picChg>
        <pc:picChg chg="add mod">
          <ac:chgData name="Tankersley, Lonnie" userId="1d46964f-25f2-47ef-9833-509451058636" providerId="ADAL" clId="{34BA3796-A8BA-41A4-A26F-606B7EF1693F}" dt="2025-12-02T16:55:54.263" v="657" actId="1076"/>
          <ac:picMkLst>
            <pc:docMk/>
            <pc:sldMk cId="981618150" sldId="364"/>
            <ac:picMk id="8" creationId="{C97504F5-44F0-EBF9-5E84-1FF39C7E9DAE}"/>
          </ac:picMkLst>
        </pc:picChg>
      </pc:sldChg>
      <pc:sldChg chg="addSp delSp modSp new mod">
        <pc:chgData name="Tankersley, Lonnie" userId="1d46964f-25f2-47ef-9833-509451058636" providerId="ADAL" clId="{34BA3796-A8BA-41A4-A26F-606B7EF1693F}" dt="2025-12-02T19:08:48.455" v="1165" actId="20577"/>
        <pc:sldMkLst>
          <pc:docMk/>
          <pc:sldMk cId="1271590977" sldId="365"/>
        </pc:sldMkLst>
        <pc:spChg chg="mod">
          <ac:chgData name="Tankersley, Lonnie" userId="1d46964f-25f2-47ef-9833-509451058636" providerId="ADAL" clId="{34BA3796-A8BA-41A4-A26F-606B7EF1693F}" dt="2025-12-02T07:10:05.534" v="543" actId="1076"/>
          <ac:spMkLst>
            <pc:docMk/>
            <pc:sldMk cId="1271590977" sldId="365"/>
            <ac:spMk id="2" creationId="{AD2D72B9-1855-6FDA-0080-45BA60246748}"/>
          </ac:spMkLst>
        </pc:spChg>
        <pc:spChg chg="add mod">
          <ac:chgData name="Tankersley, Lonnie" userId="1d46964f-25f2-47ef-9833-509451058636" providerId="ADAL" clId="{34BA3796-A8BA-41A4-A26F-606B7EF1693F}" dt="2025-12-02T18:58:04.629" v="1048" actId="1076"/>
          <ac:spMkLst>
            <pc:docMk/>
            <pc:sldMk cId="1271590977" sldId="365"/>
            <ac:spMk id="5" creationId="{D9211A2B-46FF-609C-F793-267417D752C6}"/>
          </ac:spMkLst>
        </pc:spChg>
        <pc:spChg chg="add mod">
          <ac:chgData name="Tankersley, Lonnie" userId="1d46964f-25f2-47ef-9833-509451058636" providerId="ADAL" clId="{34BA3796-A8BA-41A4-A26F-606B7EF1693F}" dt="2025-12-02T19:08:48.455" v="1165" actId="20577"/>
          <ac:spMkLst>
            <pc:docMk/>
            <pc:sldMk cId="1271590977" sldId="365"/>
            <ac:spMk id="7" creationId="{0977BA01-E09A-8764-33D2-F43D0C78A5F3}"/>
          </ac:spMkLst>
        </pc:spChg>
        <pc:picChg chg="add mod modCrop">
          <ac:chgData name="Tankersley, Lonnie" userId="1d46964f-25f2-47ef-9833-509451058636" providerId="ADAL" clId="{34BA3796-A8BA-41A4-A26F-606B7EF1693F}" dt="2025-12-02T19:08:44.783" v="1162" actId="1076"/>
          <ac:picMkLst>
            <pc:docMk/>
            <pc:sldMk cId="1271590977" sldId="365"/>
            <ac:picMk id="6" creationId="{6B96A4A8-613C-2A2E-363F-F147CB37AB1D}"/>
          </ac:picMkLst>
        </pc:picChg>
        <pc:picChg chg="add mod">
          <ac:chgData name="Tankersley, Lonnie" userId="1d46964f-25f2-47ef-9833-509451058636" providerId="ADAL" clId="{34BA3796-A8BA-41A4-A26F-606B7EF1693F}" dt="2025-12-02T07:11:29.892" v="563" actId="1076"/>
          <ac:picMkLst>
            <pc:docMk/>
            <pc:sldMk cId="1271590977" sldId="365"/>
            <ac:picMk id="8" creationId="{82783D45-F62E-4591-75DC-C1E7788820E9}"/>
          </ac:picMkLst>
        </pc:picChg>
      </pc:sldChg>
      <pc:sldChg chg="addSp delSp modSp mod">
        <pc:chgData name="Tankersley, Lonnie" userId="1d46964f-25f2-47ef-9833-509451058636" providerId="ADAL" clId="{34BA3796-A8BA-41A4-A26F-606B7EF1693F}" dt="2025-12-02T19:00:43.430" v="1088" actId="1076"/>
        <pc:sldMkLst>
          <pc:docMk/>
          <pc:sldMk cId="521370906" sldId="366"/>
        </pc:sldMkLst>
        <pc:spChg chg="mod">
          <ac:chgData name="Tankersley, Lonnie" userId="1d46964f-25f2-47ef-9833-509451058636" providerId="ADAL" clId="{34BA3796-A8BA-41A4-A26F-606B7EF1693F}" dt="2025-12-02T16:59:28.568" v="732" actId="20577"/>
          <ac:spMkLst>
            <pc:docMk/>
            <pc:sldMk cId="521370906" sldId="366"/>
            <ac:spMk id="2" creationId="{5341106F-6918-6AEE-7061-4E3A3282DAD3}"/>
          </ac:spMkLst>
        </pc:spChg>
        <pc:spChg chg="add mod">
          <ac:chgData name="Tankersley, Lonnie" userId="1d46964f-25f2-47ef-9833-509451058636" providerId="ADAL" clId="{34BA3796-A8BA-41A4-A26F-606B7EF1693F}" dt="2025-12-02T19:00:15.063" v="1082" actId="1076"/>
          <ac:spMkLst>
            <pc:docMk/>
            <pc:sldMk cId="521370906" sldId="366"/>
            <ac:spMk id="9" creationId="{0EF732F4-3027-370D-7702-11AB8F7A4B9E}"/>
          </ac:spMkLst>
        </pc:spChg>
        <pc:spChg chg="add mod">
          <ac:chgData name="Tankersley, Lonnie" userId="1d46964f-25f2-47ef-9833-509451058636" providerId="ADAL" clId="{34BA3796-A8BA-41A4-A26F-606B7EF1693F}" dt="2025-12-02T17:45:30.695" v="997" actId="1076"/>
          <ac:spMkLst>
            <pc:docMk/>
            <pc:sldMk cId="521370906" sldId="366"/>
            <ac:spMk id="11" creationId="{D7A572A9-B0B9-3635-8E9C-2EF67B88D380}"/>
          </ac:spMkLst>
        </pc:spChg>
        <pc:spChg chg="add mod">
          <ac:chgData name="Tankersley, Lonnie" userId="1d46964f-25f2-47ef-9833-509451058636" providerId="ADAL" clId="{34BA3796-A8BA-41A4-A26F-606B7EF1693F}" dt="2025-12-02T19:00:23.701" v="1084" actId="1076"/>
          <ac:spMkLst>
            <pc:docMk/>
            <pc:sldMk cId="521370906" sldId="366"/>
            <ac:spMk id="15" creationId="{ADA7BBB5-955D-4FE7-3CAB-CBD1555CBC00}"/>
          </ac:spMkLst>
        </pc:spChg>
        <pc:spChg chg="add mod">
          <ac:chgData name="Tankersley, Lonnie" userId="1d46964f-25f2-47ef-9833-509451058636" providerId="ADAL" clId="{34BA3796-A8BA-41A4-A26F-606B7EF1693F}" dt="2025-12-02T19:00:43.430" v="1088" actId="1076"/>
          <ac:spMkLst>
            <pc:docMk/>
            <pc:sldMk cId="521370906" sldId="366"/>
            <ac:spMk id="17" creationId="{9B6BE74A-1C34-56DE-9234-24DB9645EB57}"/>
          </ac:spMkLst>
        </pc:spChg>
        <pc:spChg chg="add mod">
          <ac:chgData name="Tankersley, Lonnie" userId="1d46964f-25f2-47ef-9833-509451058636" providerId="ADAL" clId="{34BA3796-A8BA-41A4-A26F-606B7EF1693F}" dt="2025-12-02T19:00:01.278" v="1079" actId="20577"/>
          <ac:spMkLst>
            <pc:docMk/>
            <pc:sldMk cId="521370906" sldId="366"/>
            <ac:spMk id="19" creationId="{B778D6F1-AD51-4C0A-7FC6-04F6C6996B34}"/>
          </ac:spMkLst>
        </pc:spChg>
        <pc:spChg chg="add mod">
          <ac:chgData name="Tankersley, Lonnie" userId="1d46964f-25f2-47ef-9833-509451058636" providerId="ADAL" clId="{34BA3796-A8BA-41A4-A26F-606B7EF1693F}" dt="2025-12-02T19:00:39.335" v="1087" actId="1076"/>
          <ac:spMkLst>
            <pc:docMk/>
            <pc:sldMk cId="521370906" sldId="366"/>
            <ac:spMk id="21" creationId="{A2E9D7B1-81B7-400C-4086-D8ED68E884C6}"/>
          </ac:spMkLst>
        </pc:spChg>
        <pc:spChg chg="add mod">
          <ac:chgData name="Tankersley, Lonnie" userId="1d46964f-25f2-47ef-9833-509451058636" providerId="ADAL" clId="{34BA3796-A8BA-41A4-A26F-606B7EF1693F}" dt="2025-12-02T17:45:43.182" v="1000" actId="1076"/>
          <ac:spMkLst>
            <pc:docMk/>
            <pc:sldMk cId="521370906" sldId="366"/>
            <ac:spMk id="23" creationId="{26CAA9DD-2B55-8272-3E37-F1990F703F98}"/>
          </ac:spMkLst>
        </pc:spChg>
        <pc:spChg chg="add mod">
          <ac:chgData name="Tankersley, Lonnie" userId="1d46964f-25f2-47ef-9833-509451058636" providerId="ADAL" clId="{34BA3796-A8BA-41A4-A26F-606B7EF1693F}" dt="2025-12-02T17:45:30.695" v="997" actId="1076"/>
          <ac:spMkLst>
            <pc:docMk/>
            <pc:sldMk cId="521370906" sldId="366"/>
            <ac:spMk id="24" creationId="{D30F799D-7BD7-A2FB-3A96-CCA18A4D3BE7}"/>
          </ac:spMkLst>
        </pc:spChg>
        <pc:spChg chg="add mod">
          <ac:chgData name="Tankersley, Lonnie" userId="1d46964f-25f2-47ef-9833-509451058636" providerId="ADAL" clId="{34BA3796-A8BA-41A4-A26F-606B7EF1693F}" dt="2025-12-02T19:00:08.214" v="1081" actId="1076"/>
          <ac:spMkLst>
            <pc:docMk/>
            <pc:sldMk cId="521370906" sldId="366"/>
            <ac:spMk id="26" creationId="{F6DC8A47-BC23-CDF4-06FA-7B84EEC90F55}"/>
          </ac:spMkLst>
        </pc:spChg>
      </pc:sldChg>
      <pc:sldChg chg="addSp delSp modSp new mod">
        <pc:chgData name="Tankersley, Lonnie" userId="1d46964f-25f2-47ef-9833-509451058636" providerId="ADAL" clId="{34BA3796-A8BA-41A4-A26F-606B7EF1693F}" dt="2025-12-02T19:08:36.803" v="1160" actId="1076"/>
        <pc:sldMkLst>
          <pc:docMk/>
          <pc:sldMk cId="2331872441" sldId="368"/>
        </pc:sldMkLst>
        <pc:spChg chg="mod">
          <ac:chgData name="Tankersley, Lonnie" userId="1d46964f-25f2-47ef-9833-509451058636" providerId="ADAL" clId="{34BA3796-A8BA-41A4-A26F-606B7EF1693F}" dt="2025-12-02T19:02:31.237" v="1125" actId="20577"/>
          <ac:spMkLst>
            <pc:docMk/>
            <pc:sldMk cId="2331872441" sldId="368"/>
            <ac:spMk id="2" creationId="{DE7EA8BC-9AB9-5556-24F4-21FB34EA3645}"/>
          </ac:spMkLst>
        </pc:spChg>
        <pc:spChg chg="add mod">
          <ac:chgData name="Tankersley, Lonnie" userId="1d46964f-25f2-47ef-9833-509451058636" providerId="ADAL" clId="{34BA3796-A8BA-41A4-A26F-606B7EF1693F}" dt="2025-12-02T19:04:17.202" v="1146" actId="1076"/>
          <ac:spMkLst>
            <pc:docMk/>
            <pc:sldMk cId="2331872441" sldId="368"/>
            <ac:spMk id="13" creationId="{0D4EBDFB-02A0-6F46-A755-873B46F06A8F}"/>
          </ac:spMkLst>
        </pc:spChg>
        <pc:spChg chg="add mod">
          <ac:chgData name="Tankersley, Lonnie" userId="1d46964f-25f2-47ef-9833-509451058636" providerId="ADAL" clId="{34BA3796-A8BA-41A4-A26F-606B7EF1693F}" dt="2025-12-02T19:08:36.803" v="1160" actId="1076"/>
          <ac:spMkLst>
            <pc:docMk/>
            <pc:sldMk cId="2331872441" sldId="368"/>
            <ac:spMk id="16" creationId="{12FE1799-7984-0029-F9E7-F205FB8164D7}"/>
          </ac:spMkLst>
        </pc:spChg>
        <pc:picChg chg="add mod ord">
          <ac:chgData name="Tankersley, Lonnie" userId="1d46964f-25f2-47ef-9833-509451058636" providerId="ADAL" clId="{34BA3796-A8BA-41A4-A26F-606B7EF1693F}" dt="2025-12-02T19:04:26.897" v="1147" actId="1076"/>
          <ac:picMkLst>
            <pc:docMk/>
            <pc:sldMk cId="2331872441" sldId="368"/>
            <ac:picMk id="6" creationId="{AD42A8FF-A1E6-702E-5143-649002BB2EB4}"/>
          </ac:picMkLst>
        </pc:picChg>
        <pc:picChg chg="add mod">
          <ac:chgData name="Tankersley, Lonnie" userId="1d46964f-25f2-47ef-9833-509451058636" providerId="ADAL" clId="{34BA3796-A8BA-41A4-A26F-606B7EF1693F}" dt="2025-12-02T19:02:53.100" v="1127" actId="1076"/>
          <ac:picMkLst>
            <pc:docMk/>
            <pc:sldMk cId="2331872441" sldId="368"/>
            <ac:picMk id="8" creationId="{4B4B863E-5523-140E-4DEA-C72A598E836E}"/>
          </ac:picMkLst>
        </pc:picChg>
        <pc:picChg chg="add mod">
          <ac:chgData name="Tankersley, Lonnie" userId="1d46964f-25f2-47ef-9833-509451058636" providerId="ADAL" clId="{34BA3796-A8BA-41A4-A26F-606B7EF1693F}" dt="2025-12-02T19:04:03.047" v="1144" actId="14100"/>
          <ac:picMkLst>
            <pc:docMk/>
            <pc:sldMk cId="2331872441" sldId="368"/>
            <ac:picMk id="12" creationId="{D73E078A-963F-36E7-442F-13F13F4A5E8A}"/>
          </ac:picMkLst>
        </pc:picChg>
      </pc:sldChg>
      <pc:sldChg chg="addSp delSp modSp new mod">
        <pc:chgData name="Tankersley, Lonnie" userId="1d46964f-25f2-47ef-9833-509451058636" providerId="ADAL" clId="{34BA3796-A8BA-41A4-A26F-606B7EF1693F}" dt="2025-12-02T19:17:21.399" v="1226" actId="14100"/>
        <pc:sldMkLst>
          <pc:docMk/>
          <pc:sldMk cId="8939365" sldId="369"/>
        </pc:sldMkLst>
        <pc:spChg chg="mod">
          <ac:chgData name="Tankersley, Lonnie" userId="1d46964f-25f2-47ef-9833-509451058636" providerId="ADAL" clId="{34BA3796-A8BA-41A4-A26F-606B7EF1693F}" dt="2025-12-02T19:16:51.008" v="1215" actId="1076"/>
          <ac:spMkLst>
            <pc:docMk/>
            <pc:sldMk cId="8939365" sldId="369"/>
            <ac:spMk id="2" creationId="{382819C9-6D8B-1D33-1E70-83747B583379}"/>
          </ac:spMkLst>
        </pc:spChg>
        <pc:picChg chg="add mod">
          <ac:chgData name="Tankersley, Lonnie" userId="1d46964f-25f2-47ef-9833-509451058636" providerId="ADAL" clId="{34BA3796-A8BA-41A4-A26F-606B7EF1693F}" dt="2025-12-02T19:17:21.399" v="1226" actId="14100"/>
          <ac:picMkLst>
            <pc:docMk/>
            <pc:sldMk cId="8939365" sldId="369"/>
            <ac:picMk id="8" creationId="{B04002C7-64F0-E745-3B52-00CD7C2840FF}"/>
          </ac:picMkLst>
        </pc:picChg>
        <pc:picChg chg="add mod">
          <ac:chgData name="Tankersley, Lonnie" userId="1d46964f-25f2-47ef-9833-509451058636" providerId="ADAL" clId="{34BA3796-A8BA-41A4-A26F-606B7EF1693F}" dt="2025-12-02T19:17:16.890" v="1223" actId="1076"/>
          <ac:picMkLst>
            <pc:docMk/>
            <pc:sldMk cId="8939365" sldId="369"/>
            <ac:picMk id="10" creationId="{D5581AB2-5A50-EBB7-EE24-7574A993CF99}"/>
          </ac:picMkLst>
        </pc:picChg>
      </pc:sldChg>
    </pc:docChg>
  </pc:docChgLst>
  <pc:docChgLst>
    <pc:chgData name="Janes, Wesley" userId="3380da8e-dc6f-4ebb-8052-75c75d3b9c82" providerId="ADAL" clId="{FF55B754-212D-4670-ADE0-C7A78C985F09}"/>
    <pc:docChg chg="undo custSel addSld delSld modSld sldOrd">
      <pc:chgData name="Janes, Wesley" userId="3380da8e-dc6f-4ebb-8052-75c75d3b9c82" providerId="ADAL" clId="{FF55B754-212D-4670-ADE0-C7A78C985F09}" dt="2025-12-02T00:04:18.955" v="1074" actId="1076"/>
      <pc:docMkLst>
        <pc:docMk/>
      </pc:docMkLst>
      <pc:sldChg chg="modSp mod">
        <pc:chgData name="Janes, Wesley" userId="3380da8e-dc6f-4ebb-8052-75c75d3b9c82" providerId="ADAL" clId="{FF55B754-212D-4670-ADE0-C7A78C985F09}" dt="2025-12-01T23:53:04.276" v="979" actId="14100"/>
        <pc:sldMkLst>
          <pc:docMk/>
          <pc:sldMk cId="2149893323" sldId="270"/>
        </pc:sldMkLst>
        <pc:spChg chg="mod">
          <ac:chgData name="Janes, Wesley" userId="3380da8e-dc6f-4ebb-8052-75c75d3b9c82" providerId="ADAL" clId="{FF55B754-212D-4670-ADE0-C7A78C985F09}" dt="2025-12-01T23:53:00.808" v="978" actId="1076"/>
          <ac:spMkLst>
            <pc:docMk/>
            <pc:sldMk cId="2149893323" sldId="270"/>
            <ac:spMk id="2" creationId="{E9A3F3C1-B269-9712-482B-AADF360C38BB}"/>
          </ac:spMkLst>
        </pc:spChg>
        <pc:picChg chg="mod">
          <ac:chgData name="Janes, Wesley" userId="3380da8e-dc6f-4ebb-8052-75c75d3b9c82" providerId="ADAL" clId="{FF55B754-212D-4670-ADE0-C7A78C985F09}" dt="2025-12-01T23:53:04.276" v="979" actId="14100"/>
          <ac:picMkLst>
            <pc:docMk/>
            <pc:sldMk cId="2149893323" sldId="270"/>
            <ac:picMk id="6" creationId="{CCF070AA-AE70-B08B-6543-F12E9195B1B9}"/>
          </ac:picMkLst>
        </pc:picChg>
      </pc:sldChg>
      <pc:sldChg chg="modSp add mod">
        <pc:chgData name="Janes, Wesley" userId="3380da8e-dc6f-4ebb-8052-75c75d3b9c82" providerId="ADAL" clId="{FF55B754-212D-4670-ADE0-C7A78C985F09}" dt="2025-12-01T20:57:04.420" v="23" actId="113"/>
        <pc:sldMkLst>
          <pc:docMk/>
          <pc:sldMk cId="3544727947" sldId="275"/>
        </pc:sldMkLst>
        <pc:spChg chg="mod">
          <ac:chgData name="Janes, Wesley" userId="3380da8e-dc6f-4ebb-8052-75c75d3b9c82" providerId="ADAL" clId="{FF55B754-212D-4670-ADE0-C7A78C985F09}" dt="2025-12-01T20:57:04.420" v="23" actId="113"/>
          <ac:spMkLst>
            <pc:docMk/>
            <pc:sldMk cId="3544727947" sldId="275"/>
            <ac:spMk id="2" creationId="{4893E4CF-54C3-70F5-F2EE-62EC690BBF96}"/>
          </ac:spMkLst>
        </pc:spChg>
      </pc:sldChg>
      <pc:sldChg chg="delSp modSp mod">
        <pc:chgData name="Janes, Wesley" userId="3380da8e-dc6f-4ebb-8052-75c75d3b9c82" providerId="ADAL" clId="{FF55B754-212D-4670-ADE0-C7A78C985F09}" dt="2025-12-02T00:01:02.793" v="1026" actId="478"/>
        <pc:sldMkLst>
          <pc:docMk/>
          <pc:sldMk cId="3353719333" sldId="280"/>
        </pc:sldMkLst>
      </pc:sldChg>
      <pc:sldChg chg="modSp mod">
        <pc:chgData name="Janes, Wesley" userId="3380da8e-dc6f-4ebb-8052-75c75d3b9c82" providerId="ADAL" clId="{FF55B754-212D-4670-ADE0-C7A78C985F09}" dt="2025-12-01T22:58:13.814" v="324" actId="20577"/>
        <pc:sldMkLst>
          <pc:docMk/>
          <pc:sldMk cId="3931718109" sldId="281"/>
        </pc:sldMkLst>
        <pc:spChg chg="mod">
          <ac:chgData name="Janes, Wesley" userId="3380da8e-dc6f-4ebb-8052-75c75d3b9c82" providerId="ADAL" clId="{FF55B754-212D-4670-ADE0-C7A78C985F09}" dt="2025-12-01T22:58:13.814" v="324" actId="20577"/>
          <ac:spMkLst>
            <pc:docMk/>
            <pc:sldMk cId="3931718109" sldId="281"/>
            <ac:spMk id="2" creationId="{B2A157E4-D8BC-8A65-7C4E-93E0D781E879}"/>
          </ac:spMkLst>
        </pc:spChg>
      </pc:sldChg>
      <pc:sldChg chg="addSp delSp modSp mod">
        <pc:chgData name="Janes, Wesley" userId="3380da8e-dc6f-4ebb-8052-75c75d3b9c82" providerId="ADAL" clId="{FF55B754-212D-4670-ADE0-C7A78C985F09}" dt="2025-12-01T23:58:43.092" v="1011" actId="11529"/>
        <pc:sldMkLst>
          <pc:docMk/>
          <pc:sldMk cId="2796299166" sldId="283"/>
        </pc:sldMkLst>
        <pc:spChg chg="mod">
          <ac:chgData name="Janes, Wesley" userId="3380da8e-dc6f-4ebb-8052-75c75d3b9c82" providerId="ADAL" clId="{FF55B754-212D-4670-ADE0-C7A78C985F09}" dt="2025-12-01T23:41:30.637" v="795" actId="20577"/>
          <ac:spMkLst>
            <pc:docMk/>
            <pc:sldMk cId="2796299166" sldId="283"/>
            <ac:spMk id="2" creationId="{A823CF6B-D3E9-82B0-4AA9-8C2D2C0FF010}"/>
          </ac:spMkLst>
        </pc:spChg>
        <pc:spChg chg="mod">
          <ac:chgData name="Janes, Wesley" userId="3380da8e-dc6f-4ebb-8052-75c75d3b9c82" providerId="ADAL" clId="{FF55B754-212D-4670-ADE0-C7A78C985F09}" dt="2025-12-01T23:38:45.637" v="734" actId="1076"/>
          <ac:spMkLst>
            <pc:docMk/>
            <pc:sldMk cId="2796299166" sldId="283"/>
            <ac:spMk id="13" creationId="{41365C09-9F79-2AE2-B65C-A7990042EC95}"/>
          </ac:spMkLst>
        </pc:spChg>
        <pc:picChg chg="mod">
          <ac:chgData name="Janes, Wesley" userId="3380da8e-dc6f-4ebb-8052-75c75d3b9c82" providerId="ADAL" clId="{FF55B754-212D-4670-ADE0-C7A78C985F09}" dt="2025-12-01T23:42:11.259" v="816" actId="1076"/>
          <ac:picMkLst>
            <pc:docMk/>
            <pc:sldMk cId="2796299166" sldId="283"/>
            <ac:picMk id="5" creationId="{1FBC25D8-E1A8-92DF-5B13-78B6CC9AE097}"/>
          </ac:picMkLst>
        </pc:picChg>
        <pc:picChg chg="mod">
          <ac:chgData name="Janes, Wesley" userId="3380da8e-dc6f-4ebb-8052-75c75d3b9c82" providerId="ADAL" clId="{FF55B754-212D-4670-ADE0-C7A78C985F09}" dt="2025-12-01T23:42:04.670" v="815" actId="1076"/>
          <ac:picMkLst>
            <pc:docMk/>
            <pc:sldMk cId="2796299166" sldId="283"/>
            <ac:picMk id="12" creationId="{62B4C4B8-5F80-405B-20BE-566245CFC898}"/>
          </ac:picMkLst>
        </pc:picChg>
      </pc:sldChg>
      <pc:sldChg chg="addSp delSp modSp mod">
        <pc:chgData name="Janes, Wesley" userId="3380da8e-dc6f-4ebb-8052-75c75d3b9c82" providerId="ADAL" clId="{FF55B754-212D-4670-ADE0-C7A78C985F09}" dt="2025-12-01T23:51:50.465" v="971" actId="1076"/>
        <pc:sldMkLst>
          <pc:docMk/>
          <pc:sldMk cId="2856623776" sldId="284"/>
        </pc:sldMkLst>
        <pc:spChg chg="mod">
          <ac:chgData name="Janes, Wesley" userId="3380da8e-dc6f-4ebb-8052-75c75d3b9c82" providerId="ADAL" clId="{FF55B754-212D-4670-ADE0-C7A78C985F09}" dt="2025-12-01T23:41:35.664" v="803" actId="20577"/>
          <ac:spMkLst>
            <pc:docMk/>
            <pc:sldMk cId="2856623776" sldId="284"/>
            <ac:spMk id="2" creationId="{90CB1522-668B-64B9-5251-742C81745A78}"/>
          </ac:spMkLst>
        </pc:spChg>
        <pc:spChg chg="add mod">
          <ac:chgData name="Janes, Wesley" userId="3380da8e-dc6f-4ebb-8052-75c75d3b9c82" providerId="ADAL" clId="{FF55B754-212D-4670-ADE0-C7A78C985F09}" dt="2025-12-01T23:51:40.904" v="968" actId="14100"/>
          <ac:spMkLst>
            <pc:docMk/>
            <pc:sldMk cId="2856623776" sldId="284"/>
            <ac:spMk id="7" creationId="{F4944125-24F3-D9D3-EAEC-24F6412F8706}"/>
          </ac:spMkLst>
        </pc:spChg>
        <pc:picChg chg="mod">
          <ac:chgData name="Janes, Wesley" userId="3380da8e-dc6f-4ebb-8052-75c75d3b9c82" providerId="ADAL" clId="{FF55B754-212D-4670-ADE0-C7A78C985F09}" dt="2025-12-01T23:51:35.512" v="965" actId="1076"/>
          <ac:picMkLst>
            <pc:docMk/>
            <pc:sldMk cId="2856623776" sldId="284"/>
            <ac:picMk id="3" creationId="{5C2BE220-4EC6-F88C-1B0B-CB1667C75B93}"/>
          </ac:picMkLst>
        </pc:picChg>
        <pc:picChg chg="mod">
          <ac:chgData name="Janes, Wesley" userId="3380da8e-dc6f-4ebb-8052-75c75d3b9c82" providerId="ADAL" clId="{FF55B754-212D-4670-ADE0-C7A78C985F09}" dt="2025-12-01T23:51:50.465" v="971" actId="1076"/>
          <ac:picMkLst>
            <pc:docMk/>
            <pc:sldMk cId="2856623776" sldId="284"/>
            <ac:picMk id="5" creationId="{253AF99C-AD2D-4634-81A2-2F2958D604E0}"/>
          </ac:picMkLst>
        </pc:picChg>
      </pc:sldChg>
      <pc:sldChg chg="addSp delSp modSp mod">
        <pc:chgData name="Janes, Wesley" userId="3380da8e-dc6f-4ebb-8052-75c75d3b9c82" providerId="ADAL" clId="{FF55B754-212D-4670-ADE0-C7A78C985F09}" dt="2025-12-01T23:50:38.372" v="959" actId="20577"/>
        <pc:sldMkLst>
          <pc:docMk/>
          <pc:sldMk cId="3120709307" sldId="285"/>
        </pc:sldMkLst>
        <pc:spChg chg="mod">
          <ac:chgData name="Janes, Wesley" userId="3380da8e-dc6f-4ebb-8052-75c75d3b9c82" providerId="ADAL" clId="{FF55B754-212D-4670-ADE0-C7A78C985F09}" dt="2025-12-01T23:50:38.372" v="959" actId="20577"/>
          <ac:spMkLst>
            <pc:docMk/>
            <pc:sldMk cId="3120709307" sldId="285"/>
            <ac:spMk id="2" creationId="{ED87FE61-2E0F-3EE3-C268-D1DE75CC0681}"/>
          </ac:spMkLst>
        </pc:spChg>
        <pc:spChg chg="add mod">
          <ac:chgData name="Janes, Wesley" userId="3380da8e-dc6f-4ebb-8052-75c75d3b9c82" providerId="ADAL" clId="{FF55B754-212D-4670-ADE0-C7A78C985F09}" dt="2025-12-01T22:40:28.677" v="151" actId="1076"/>
          <ac:spMkLst>
            <pc:docMk/>
            <pc:sldMk cId="3120709307" sldId="285"/>
            <ac:spMk id="12" creationId="{AFF9BFC6-1F7E-B0CB-BA3A-2D781885ACFD}"/>
          </ac:spMkLst>
        </pc:spChg>
        <pc:picChg chg="mod modCrop">
          <ac:chgData name="Janes, Wesley" userId="3380da8e-dc6f-4ebb-8052-75c75d3b9c82" providerId="ADAL" clId="{FF55B754-212D-4670-ADE0-C7A78C985F09}" dt="2025-12-01T20:50:41.381" v="8" actId="1076"/>
          <ac:picMkLst>
            <pc:docMk/>
            <pc:sldMk cId="3120709307" sldId="285"/>
            <ac:picMk id="6" creationId="{73B5A2E3-F473-3F8B-8332-BE3CF503C2F4}"/>
          </ac:picMkLst>
        </pc:picChg>
      </pc:sldChg>
      <pc:sldChg chg="modSp add mod">
        <pc:chgData name="Janes, Wesley" userId="3380da8e-dc6f-4ebb-8052-75c75d3b9c82" providerId="ADAL" clId="{FF55B754-212D-4670-ADE0-C7A78C985F09}" dt="2025-12-01T20:57:02.099" v="22" actId="113"/>
        <pc:sldMkLst>
          <pc:docMk/>
          <pc:sldMk cId="3348867741" sldId="298"/>
        </pc:sldMkLst>
        <pc:spChg chg="mod">
          <ac:chgData name="Janes, Wesley" userId="3380da8e-dc6f-4ebb-8052-75c75d3b9c82" providerId="ADAL" clId="{FF55B754-212D-4670-ADE0-C7A78C985F09}" dt="2025-12-01T20:57:02.099" v="22" actId="113"/>
          <ac:spMkLst>
            <pc:docMk/>
            <pc:sldMk cId="3348867741" sldId="298"/>
            <ac:spMk id="2" creationId="{70014D1C-F930-ECE5-4A21-7852682024ED}"/>
          </ac:spMkLst>
        </pc:spChg>
        <pc:graphicFrameChg chg="mod">
          <ac:chgData name="Janes, Wesley" userId="3380da8e-dc6f-4ebb-8052-75c75d3b9c82" providerId="ADAL" clId="{FF55B754-212D-4670-ADE0-C7A78C985F09}" dt="2025-12-01T20:56:36.480" v="21" actId="20577"/>
          <ac:graphicFrameMkLst>
            <pc:docMk/>
            <pc:sldMk cId="3348867741" sldId="298"/>
            <ac:graphicFrameMk id="5" creationId="{1EC56FA2-FCED-08A9-AAAC-57C93F23BDB1}"/>
          </ac:graphicFrameMkLst>
        </pc:graphicFrameChg>
      </pc:sldChg>
      <pc:sldChg chg="addSp delSp modSp add mod">
        <pc:chgData name="Janes, Wesley" userId="3380da8e-dc6f-4ebb-8052-75c75d3b9c82" providerId="ADAL" clId="{FF55B754-212D-4670-ADE0-C7A78C985F09}" dt="2025-12-01T23:55:09.587" v="994" actId="20577"/>
        <pc:sldMkLst>
          <pc:docMk/>
          <pc:sldMk cId="1895995815" sldId="308"/>
        </pc:sldMkLst>
        <pc:spChg chg="mod">
          <ac:chgData name="Janes, Wesley" userId="3380da8e-dc6f-4ebb-8052-75c75d3b9c82" providerId="ADAL" clId="{FF55B754-212D-4670-ADE0-C7A78C985F09}" dt="2025-12-01T20:57:20.562" v="28" actId="14100"/>
          <ac:spMkLst>
            <pc:docMk/>
            <pc:sldMk cId="1895995815" sldId="308"/>
            <ac:spMk id="2" creationId="{0FBA4836-0335-4A4B-1E90-CA4169E98889}"/>
          </ac:spMkLst>
        </pc:spChg>
        <pc:graphicFrameChg chg="mod modGraphic">
          <ac:chgData name="Janes, Wesley" userId="3380da8e-dc6f-4ebb-8052-75c75d3b9c82" providerId="ADAL" clId="{FF55B754-212D-4670-ADE0-C7A78C985F09}" dt="2025-12-01T23:55:09.587" v="994" actId="20577"/>
          <ac:graphicFrameMkLst>
            <pc:docMk/>
            <pc:sldMk cId="1895995815" sldId="308"/>
            <ac:graphicFrameMk id="3" creationId="{1C1C1EE8-F6C0-AA85-4B7F-3D58D5EE6E22}"/>
          </ac:graphicFrameMkLst>
        </pc:graphicFrameChg>
      </pc:sldChg>
      <pc:sldChg chg="addSp delSp modSp add mod">
        <pc:chgData name="Janes, Wesley" userId="3380da8e-dc6f-4ebb-8052-75c75d3b9c82" providerId="ADAL" clId="{FF55B754-212D-4670-ADE0-C7A78C985F09}" dt="2025-12-01T23:54:02.893" v="980" actId="478"/>
        <pc:sldMkLst>
          <pc:docMk/>
          <pc:sldMk cId="1200365751" sldId="351"/>
        </pc:sldMkLst>
        <pc:spChg chg="mod">
          <ac:chgData name="Janes, Wesley" userId="3380da8e-dc6f-4ebb-8052-75c75d3b9c82" providerId="ADAL" clId="{FF55B754-212D-4670-ADE0-C7A78C985F09}" dt="2025-12-01T22:58:28.949" v="338" actId="20577"/>
          <ac:spMkLst>
            <pc:docMk/>
            <pc:sldMk cId="1200365751" sldId="351"/>
            <ac:spMk id="2" creationId="{F85B8095-F471-7C65-E335-717DB538DF08}"/>
          </ac:spMkLst>
        </pc:spChg>
        <pc:spChg chg="add mod">
          <ac:chgData name="Janes, Wesley" userId="3380da8e-dc6f-4ebb-8052-75c75d3b9c82" providerId="ADAL" clId="{FF55B754-212D-4670-ADE0-C7A78C985F09}" dt="2025-12-01T22:55:28.928" v="282" actId="20577"/>
          <ac:spMkLst>
            <pc:docMk/>
            <pc:sldMk cId="1200365751" sldId="351"/>
            <ac:spMk id="15" creationId="{76E23671-BEE5-8FBF-4C1D-3FE0619E43C3}"/>
          </ac:spMkLst>
        </pc:spChg>
        <pc:spChg chg="add mod">
          <ac:chgData name="Janes, Wesley" userId="3380da8e-dc6f-4ebb-8052-75c75d3b9c82" providerId="ADAL" clId="{FF55B754-212D-4670-ADE0-C7A78C985F09}" dt="2025-12-01T22:55:39.212" v="292" actId="20577"/>
          <ac:spMkLst>
            <pc:docMk/>
            <pc:sldMk cId="1200365751" sldId="351"/>
            <ac:spMk id="16" creationId="{183B0310-04E5-1412-D9EA-FA013C157EF9}"/>
          </ac:spMkLst>
        </pc:spChg>
        <pc:spChg chg="mod">
          <ac:chgData name="Janes, Wesley" userId="3380da8e-dc6f-4ebb-8052-75c75d3b9c82" providerId="ADAL" clId="{FF55B754-212D-4670-ADE0-C7A78C985F09}" dt="2025-12-01T22:56:58.472" v="295" actId="208"/>
          <ac:spMkLst>
            <pc:docMk/>
            <pc:sldMk cId="1200365751" sldId="351"/>
            <ac:spMk id="17" creationId="{62DCDB4F-01E1-90B2-60AE-47A6DC0BBCEC}"/>
          </ac:spMkLst>
        </pc:spChg>
        <pc:spChg chg="mod">
          <ac:chgData name="Janes, Wesley" userId="3380da8e-dc6f-4ebb-8052-75c75d3b9c82" providerId="ADAL" clId="{FF55B754-212D-4670-ADE0-C7A78C985F09}" dt="2025-12-01T22:57:27.804" v="298" actId="1076"/>
          <ac:spMkLst>
            <pc:docMk/>
            <pc:sldMk cId="1200365751" sldId="351"/>
            <ac:spMk id="18" creationId="{ACCDD445-FB03-C502-3F32-D5ADAA8C8EB9}"/>
          </ac:spMkLst>
        </pc:spChg>
      </pc:sldChg>
      <pc:sldChg chg="modSp mod">
        <pc:chgData name="Janes, Wesley" userId="3380da8e-dc6f-4ebb-8052-75c75d3b9c82" providerId="ADAL" clId="{FF55B754-212D-4670-ADE0-C7A78C985F09}" dt="2025-12-01T22:58:34.570" v="352" actId="20577"/>
        <pc:sldMkLst>
          <pc:docMk/>
          <pc:sldMk cId="2719883040" sldId="353"/>
        </pc:sldMkLst>
        <pc:spChg chg="mod">
          <ac:chgData name="Janes, Wesley" userId="3380da8e-dc6f-4ebb-8052-75c75d3b9c82" providerId="ADAL" clId="{FF55B754-212D-4670-ADE0-C7A78C985F09}" dt="2025-12-01T22:58:34.570" v="352" actId="20577"/>
          <ac:spMkLst>
            <pc:docMk/>
            <pc:sldMk cId="2719883040" sldId="353"/>
            <ac:spMk id="2" creationId="{21BB59EE-5D1F-B638-11D3-EA05E5DA4EB8}"/>
          </ac:spMkLst>
        </pc:spChg>
      </pc:sldChg>
      <pc:sldChg chg="addSp delSp modSp mod">
        <pc:chgData name="Janes, Wesley" userId="3380da8e-dc6f-4ebb-8052-75c75d3b9c82" providerId="ADAL" clId="{FF55B754-212D-4670-ADE0-C7A78C985F09}" dt="2025-12-02T00:04:18.955" v="1074" actId="1076"/>
        <pc:sldMkLst>
          <pc:docMk/>
          <pc:sldMk cId="34203639" sldId="354"/>
        </pc:sldMkLst>
        <pc:spChg chg="mod">
          <ac:chgData name="Janes, Wesley" userId="3380da8e-dc6f-4ebb-8052-75c75d3b9c82" providerId="ADAL" clId="{FF55B754-212D-4670-ADE0-C7A78C985F09}" dt="2025-12-01T22:58:42.138" v="366" actId="20577"/>
          <ac:spMkLst>
            <pc:docMk/>
            <pc:sldMk cId="34203639" sldId="354"/>
            <ac:spMk id="2" creationId="{942CB620-A6A1-2451-C355-279D241AFE01}"/>
          </ac:spMkLst>
        </pc:spChg>
        <pc:spChg chg="add mod">
          <ac:chgData name="Janes, Wesley" userId="3380da8e-dc6f-4ebb-8052-75c75d3b9c82" providerId="ADAL" clId="{FF55B754-212D-4670-ADE0-C7A78C985F09}" dt="2025-12-02T00:03:50.717" v="1065" actId="14100"/>
          <ac:spMkLst>
            <pc:docMk/>
            <pc:sldMk cId="34203639" sldId="354"/>
            <ac:spMk id="3" creationId="{05836E51-7713-C1CE-AFB1-3578DC04BE26}"/>
          </ac:spMkLst>
        </pc:spChg>
        <pc:spChg chg="mod">
          <ac:chgData name="Janes, Wesley" userId="3380da8e-dc6f-4ebb-8052-75c75d3b9c82" providerId="ADAL" clId="{FF55B754-212D-4670-ADE0-C7A78C985F09}" dt="2025-12-02T00:04:15.210" v="1073" actId="1076"/>
          <ac:spMkLst>
            <pc:docMk/>
            <pc:sldMk cId="34203639" sldId="354"/>
            <ac:spMk id="16" creationId="{DE597E7B-192F-49C5-3A87-0D8C38A433DA}"/>
          </ac:spMkLst>
        </pc:spChg>
        <pc:spChg chg="mod">
          <ac:chgData name="Janes, Wesley" userId="3380da8e-dc6f-4ebb-8052-75c75d3b9c82" providerId="ADAL" clId="{FF55B754-212D-4670-ADE0-C7A78C985F09}" dt="2025-12-02T00:04:18.955" v="1074" actId="1076"/>
          <ac:spMkLst>
            <pc:docMk/>
            <pc:sldMk cId="34203639" sldId="354"/>
            <ac:spMk id="17" creationId="{EA711BBC-4194-27C5-0BE0-D704D9C0D303}"/>
          </ac:spMkLst>
        </pc:spChg>
        <pc:spChg chg="mod">
          <ac:chgData name="Janes, Wesley" userId="3380da8e-dc6f-4ebb-8052-75c75d3b9c82" providerId="ADAL" clId="{FF55B754-212D-4670-ADE0-C7A78C985F09}" dt="2025-12-02T00:03:20.468" v="1059" actId="1076"/>
          <ac:spMkLst>
            <pc:docMk/>
            <pc:sldMk cId="34203639" sldId="354"/>
            <ac:spMk id="18" creationId="{B4EDF100-B0AE-75FB-3DCD-139652BC7DC9}"/>
          </ac:spMkLst>
        </pc:spChg>
        <pc:spChg chg="add mod">
          <ac:chgData name="Janes, Wesley" userId="3380da8e-dc6f-4ebb-8052-75c75d3b9c82" providerId="ADAL" clId="{FF55B754-212D-4670-ADE0-C7A78C985F09}" dt="2025-12-02T00:03:54.573" v="1067" actId="1076"/>
          <ac:spMkLst>
            <pc:docMk/>
            <pc:sldMk cId="34203639" sldId="354"/>
            <ac:spMk id="19" creationId="{6C5CC885-9187-9AA6-90C2-060924F60977}"/>
          </ac:spMkLst>
        </pc:spChg>
        <pc:spChg chg="add mod">
          <ac:chgData name="Janes, Wesley" userId="3380da8e-dc6f-4ebb-8052-75c75d3b9c82" providerId="ADAL" clId="{FF55B754-212D-4670-ADE0-C7A78C985F09}" dt="2025-12-02T00:04:02.782" v="1071" actId="14100"/>
          <ac:spMkLst>
            <pc:docMk/>
            <pc:sldMk cId="34203639" sldId="354"/>
            <ac:spMk id="20" creationId="{4FD059CF-4B46-48A2-65EC-B42B53422747}"/>
          </ac:spMkLst>
        </pc:spChg>
        <pc:picChg chg="mod">
          <ac:chgData name="Janes, Wesley" userId="3380da8e-dc6f-4ebb-8052-75c75d3b9c82" providerId="ADAL" clId="{FF55B754-212D-4670-ADE0-C7A78C985F09}" dt="2025-12-02T00:03:47.101" v="1063" actId="1076"/>
          <ac:picMkLst>
            <pc:docMk/>
            <pc:sldMk cId="34203639" sldId="354"/>
            <ac:picMk id="5" creationId="{3092CF97-0E5D-B05B-3EB4-8761A1D0CDC0}"/>
          </ac:picMkLst>
        </pc:picChg>
        <pc:picChg chg="mod modCrop">
          <ac:chgData name="Janes, Wesley" userId="3380da8e-dc6f-4ebb-8052-75c75d3b9c82" providerId="ADAL" clId="{FF55B754-212D-4670-ADE0-C7A78C985F09}" dt="2025-12-02T00:04:11.990" v="1072" actId="1076"/>
          <ac:picMkLst>
            <pc:docMk/>
            <pc:sldMk cId="34203639" sldId="354"/>
            <ac:picMk id="11" creationId="{11D32C34-17DB-0F59-9A31-02F3479232CA}"/>
          </ac:picMkLst>
        </pc:picChg>
      </pc:sldChg>
      <pc:sldChg chg="addSp delSp modSp mod">
        <pc:chgData name="Janes, Wesley" userId="3380da8e-dc6f-4ebb-8052-75c75d3b9c82" providerId="ADAL" clId="{FF55B754-212D-4670-ADE0-C7A78C985F09}" dt="2025-12-01T23:59:13.955" v="1024" actId="20577"/>
        <pc:sldMkLst>
          <pc:docMk/>
          <pc:sldMk cId="3422693972" sldId="355"/>
        </pc:sldMkLst>
        <pc:spChg chg="mod">
          <ac:chgData name="Janes, Wesley" userId="3380da8e-dc6f-4ebb-8052-75c75d3b9c82" providerId="ADAL" clId="{FF55B754-212D-4670-ADE0-C7A78C985F09}" dt="2025-12-01T23:59:13.955" v="1024" actId="20577"/>
          <ac:spMkLst>
            <pc:docMk/>
            <pc:sldMk cId="3422693972" sldId="355"/>
            <ac:spMk id="2" creationId="{16C11EA8-D413-2E13-31DE-C730F7D0ECAF}"/>
          </ac:spMkLst>
        </pc:spChg>
        <pc:spChg chg="add mod">
          <ac:chgData name="Janes, Wesley" userId="3380da8e-dc6f-4ebb-8052-75c75d3b9c82" providerId="ADAL" clId="{FF55B754-212D-4670-ADE0-C7A78C985F09}" dt="2025-12-01T23:40:14.888" v="757" actId="14100"/>
          <ac:spMkLst>
            <pc:docMk/>
            <pc:sldMk cId="3422693972" sldId="355"/>
            <ac:spMk id="14" creationId="{0541BFFF-F856-C933-CFFB-F15C62DFD1AF}"/>
          </ac:spMkLst>
        </pc:spChg>
        <pc:picChg chg="mod modCrop">
          <ac:chgData name="Janes, Wesley" userId="3380da8e-dc6f-4ebb-8052-75c75d3b9c82" providerId="ADAL" clId="{FF55B754-212D-4670-ADE0-C7A78C985F09}" dt="2025-12-01T23:40:04.381" v="754" actId="1076"/>
          <ac:picMkLst>
            <pc:docMk/>
            <pc:sldMk cId="3422693972" sldId="355"/>
            <ac:picMk id="3" creationId="{371A9A05-9709-2EAF-3914-32E2EC9FCDA1}"/>
          </ac:picMkLst>
        </pc:picChg>
        <pc:picChg chg="mod">
          <ac:chgData name="Janes, Wesley" userId="3380da8e-dc6f-4ebb-8052-75c75d3b9c82" providerId="ADAL" clId="{FF55B754-212D-4670-ADE0-C7A78C985F09}" dt="2025-12-01T23:41:02.374" v="777" actId="1076"/>
          <ac:picMkLst>
            <pc:docMk/>
            <pc:sldMk cId="3422693972" sldId="355"/>
            <ac:picMk id="10" creationId="{7002FBB1-9D70-C3E6-5A4D-3DB23C18ABB6}"/>
          </ac:picMkLst>
        </pc:picChg>
        <pc:picChg chg="mod">
          <ac:chgData name="Janes, Wesley" userId="3380da8e-dc6f-4ebb-8052-75c75d3b9c82" providerId="ADAL" clId="{FF55B754-212D-4670-ADE0-C7A78C985F09}" dt="2025-12-01T23:41:01.247" v="776" actId="1076"/>
          <ac:picMkLst>
            <pc:docMk/>
            <pc:sldMk cId="3422693972" sldId="355"/>
            <ac:picMk id="12" creationId="{648704F2-2241-690A-9681-E303E3AAD828}"/>
          </ac:picMkLst>
        </pc:picChg>
      </pc:sldChg>
      <pc:sldChg chg="addSp delSp modSp add mod ord">
        <pc:chgData name="Janes, Wesley" userId="3380da8e-dc6f-4ebb-8052-75c75d3b9c82" providerId="ADAL" clId="{FF55B754-212D-4670-ADE0-C7A78C985F09}" dt="2025-12-01T23:52:31.623" v="977" actId="1035"/>
        <pc:sldMkLst>
          <pc:docMk/>
          <pc:sldMk cId="1921269268" sldId="356"/>
        </pc:sldMkLst>
        <pc:spChg chg="mod">
          <ac:chgData name="Janes, Wesley" userId="3380da8e-dc6f-4ebb-8052-75c75d3b9c82" providerId="ADAL" clId="{FF55B754-212D-4670-ADE0-C7A78C985F09}" dt="2025-12-01T22:51:42.062" v="215" actId="1076"/>
          <ac:spMkLst>
            <pc:docMk/>
            <pc:sldMk cId="1921269268" sldId="356"/>
            <ac:spMk id="2" creationId="{73A45903-1CA2-D5D9-BA28-A00C6248FD50}"/>
          </ac:spMkLst>
        </pc:spChg>
        <pc:spChg chg="add mod">
          <ac:chgData name="Janes, Wesley" userId="3380da8e-dc6f-4ebb-8052-75c75d3b9c82" providerId="ADAL" clId="{FF55B754-212D-4670-ADE0-C7A78C985F09}" dt="2025-12-01T23:52:31.623" v="977" actId="1035"/>
          <ac:spMkLst>
            <pc:docMk/>
            <pc:sldMk cId="1921269268" sldId="356"/>
            <ac:spMk id="9" creationId="{71FBE05B-8A50-C925-C71A-6978F2C90653}"/>
          </ac:spMkLst>
        </pc:spChg>
        <pc:spChg chg="add mod">
          <ac:chgData name="Janes, Wesley" userId="3380da8e-dc6f-4ebb-8052-75c75d3b9c82" providerId="ADAL" clId="{FF55B754-212D-4670-ADE0-C7A78C985F09}" dt="2025-12-01T22:50:54.495" v="213" actId="1076"/>
          <ac:spMkLst>
            <pc:docMk/>
            <pc:sldMk cId="1921269268" sldId="356"/>
            <ac:spMk id="10" creationId="{68E33558-E729-FA0C-74EB-5D0777A9C2C2}"/>
          </ac:spMkLst>
        </pc:spChg>
        <pc:picChg chg="add mod">
          <ac:chgData name="Janes, Wesley" userId="3380da8e-dc6f-4ebb-8052-75c75d3b9c82" providerId="ADAL" clId="{FF55B754-212D-4670-ADE0-C7A78C985F09}" dt="2025-12-01T22:51:46.522" v="216" actId="1076"/>
          <ac:picMkLst>
            <pc:docMk/>
            <pc:sldMk cId="1921269268" sldId="356"/>
            <ac:picMk id="6" creationId="{8AD70CA7-7534-6E0B-B082-B0575FE7DD0D}"/>
          </ac:picMkLst>
        </pc:picChg>
        <pc:picChg chg="add mod modCrop">
          <ac:chgData name="Janes, Wesley" userId="3380da8e-dc6f-4ebb-8052-75c75d3b9c82" providerId="ADAL" clId="{FF55B754-212D-4670-ADE0-C7A78C985F09}" dt="2025-12-01T22:50:52.573" v="212" actId="1076"/>
          <ac:picMkLst>
            <pc:docMk/>
            <pc:sldMk cId="1921269268" sldId="356"/>
            <ac:picMk id="8" creationId="{3BDDBB55-4AB7-70BE-0575-D7DBAC01129A}"/>
          </ac:picMkLst>
        </pc:picChg>
      </pc:sldChg>
      <pc:sldChg chg="addSp modSp mod">
        <pc:chgData name="Janes, Wesley" userId="3380da8e-dc6f-4ebb-8052-75c75d3b9c82" providerId="ADAL" clId="{FF55B754-212D-4670-ADE0-C7A78C985F09}" dt="2025-12-01T23:55:45.421" v="999" actId="1076"/>
        <pc:sldMkLst>
          <pc:docMk/>
          <pc:sldMk cId="2986626732" sldId="357"/>
        </pc:sldMkLst>
        <pc:spChg chg="mod">
          <ac:chgData name="Janes, Wesley" userId="3380da8e-dc6f-4ebb-8052-75c75d3b9c82" providerId="ADAL" clId="{FF55B754-212D-4670-ADE0-C7A78C985F09}" dt="2025-12-01T23:15:39.002" v="581" actId="1076"/>
          <ac:spMkLst>
            <pc:docMk/>
            <pc:sldMk cId="2986626732" sldId="357"/>
            <ac:spMk id="2" creationId="{670FF7E8-B95D-46D7-6C72-3EF0E77E5CB8}"/>
          </ac:spMkLst>
        </pc:spChg>
        <pc:spChg chg="add mod">
          <ac:chgData name="Janes, Wesley" userId="3380da8e-dc6f-4ebb-8052-75c75d3b9c82" providerId="ADAL" clId="{FF55B754-212D-4670-ADE0-C7A78C985F09}" dt="2025-12-01T23:55:43.378" v="998" actId="1076"/>
          <ac:spMkLst>
            <pc:docMk/>
            <pc:sldMk cId="2986626732" sldId="357"/>
            <ac:spMk id="3" creationId="{55C21BFC-749E-4FBE-A6F9-0BD558B4E124}"/>
          </ac:spMkLst>
        </pc:spChg>
        <pc:spChg chg="add mod">
          <ac:chgData name="Janes, Wesley" userId="3380da8e-dc6f-4ebb-8052-75c75d3b9c82" providerId="ADAL" clId="{FF55B754-212D-4670-ADE0-C7A78C985F09}" dt="2025-12-01T23:16:17.968" v="591" actId="1076"/>
          <ac:spMkLst>
            <pc:docMk/>
            <pc:sldMk cId="2986626732" sldId="357"/>
            <ac:spMk id="5" creationId="{B7E8D73A-F8D3-0712-45EC-6FD862AD6EB2}"/>
          </ac:spMkLst>
        </pc:spChg>
        <pc:spChg chg="mod">
          <ac:chgData name="Janes, Wesley" userId="3380da8e-dc6f-4ebb-8052-75c75d3b9c82" providerId="ADAL" clId="{FF55B754-212D-4670-ADE0-C7A78C985F09}" dt="2025-12-01T23:55:45.421" v="999" actId="1076"/>
          <ac:spMkLst>
            <pc:docMk/>
            <pc:sldMk cId="2986626732" sldId="357"/>
            <ac:spMk id="7" creationId="{BBF6EF83-813B-2690-4D86-7CE3BA75E8E2}"/>
          </ac:spMkLst>
        </pc:spChg>
        <pc:spChg chg="mod">
          <ac:chgData name="Janes, Wesley" userId="3380da8e-dc6f-4ebb-8052-75c75d3b9c82" providerId="ADAL" clId="{FF55B754-212D-4670-ADE0-C7A78C985F09}" dt="2025-12-01T23:55:35.162" v="996" actId="1076"/>
          <ac:spMkLst>
            <pc:docMk/>
            <pc:sldMk cId="2986626732" sldId="357"/>
            <ac:spMk id="9" creationId="{B3D1B8DE-02EE-5740-AEDA-9D38FAD73C5C}"/>
          </ac:spMkLst>
        </pc:spChg>
        <pc:spChg chg="mod">
          <ac:chgData name="Janes, Wesley" userId="3380da8e-dc6f-4ebb-8052-75c75d3b9c82" providerId="ADAL" clId="{FF55B754-212D-4670-ADE0-C7A78C985F09}" dt="2025-12-01T23:46:28.447" v="857" actId="20577"/>
          <ac:spMkLst>
            <pc:docMk/>
            <pc:sldMk cId="2986626732" sldId="357"/>
            <ac:spMk id="11" creationId="{2C843D9D-6878-C558-3FAD-5059DB58686E}"/>
          </ac:spMkLst>
        </pc:spChg>
        <pc:spChg chg="mod">
          <ac:chgData name="Janes, Wesley" userId="3380da8e-dc6f-4ebb-8052-75c75d3b9c82" providerId="ADAL" clId="{FF55B754-212D-4670-ADE0-C7A78C985F09}" dt="2025-12-01T23:49:47.971" v="932" actId="20577"/>
          <ac:spMkLst>
            <pc:docMk/>
            <pc:sldMk cId="2986626732" sldId="357"/>
            <ac:spMk id="12" creationId="{267057D7-6588-A249-D610-EE51D2FF7933}"/>
          </ac:spMkLst>
        </pc:spChg>
        <pc:spChg chg="mod">
          <ac:chgData name="Janes, Wesley" userId="3380da8e-dc6f-4ebb-8052-75c75d3b9c82" providerId="ADAL" clId="{FF55B754-212D-4670-ADE0-C7A78C985F09}" dt="2025-12-01T23:49:33.018" v="930" actId="20577"/>
          <ac:spMkLst>
            <pc:docMk/>
            <pc:sldMk cId="2986626732" sldId="357"/>
            <ac:spMk id="14" creationId="{80829996-9CF6-8748-57EA-EA749FCFF35B}"/>
          </ac:spMkLst>
        </pc:spChg>
        <pc:spChg chg="mod">
          <ac:chgData name="Janes, Wesley" userId="3380da8e-dc6f-4ebb-8052-75c75d3b9c82" providerId="ADAL" clId="{FF55B754-212D-4670-ADE0-C7A78C985F09}" dt="2025-12-01T23:47:17.338" v="867" actId="1076"/>
          <ac:spMkLst>
            <pc:docMk/>
            <pc:sldMk cId="2986626732" sldId="357"/>
            <ac:spMk id="15" creationId="{FDB64F88-A050-8446-1542-37B091F46253}"/>
          </ac:spMkLst>
        </pc:spChg>
        <pc:spChg chg="mod">
          <ac:chgData name="Janes, Wesley" userId="3380da8e-dc6f-4ebb-8052-75c75d3b9c82" providerId="ADAL" clId="{FF55B754-212D-4670-ADE0-C7A78C985F09}" dt="2025-12-01T23:49:51.156" v="933" actId="20577"/>
          <ac:spMkLst>
            <pc:docMk/>
            <pc:sldMk cId="2986626732" sldId="357"/>
            <ac:spMk id="16" creationId="{9C2B7AAC-27D4-34DC-099E-3414741AF7BF}"/>
          </ac:spMkLst>
        </pc:spChg>
        <pc:spChg chg="mod">
          <ac:chgData name="Janes, Wesley" userId="3380da8e-dc6f-4ebb-8052-75c75d3b9c82" providerId="ADAL" clId="{FF55B754-212D-4670-ADE0-C7A78C985F09}" dt="2025-12-01T23:49:56.454" v="935" actId="20577"/>
          <ac:spMkLst>
            <pc:docMk/>
            <pc:sldMk cId="2986626732" sldId="357"/>
            <ac:spMk id="17" creationId="{D447F745-5009-5EC5-7368-8C0A0EC4A8D8}"/>
          </ac:spMkLst>
        </pc:spChg>
        <pc:spChg chg="mod">
          <ac:chgData name="Janes, Wesley" userId="3380da8e-dc6f-4ebb-8052-75c75d3b9c82" providerId="ADAL" clId="{FF55B754-212D-4670-ADE0-C7A78C985F09}" dt="2025-12-01T23:49:53.040" v="934" actId="20577"/>
          <ac:spMkLst>
            <pc:docMk/>
            <pc:sldMk cId="2986626732" sldId="357"/>
            <ac:spMk id="18" creationId="{B814A465-D3AE-A0FE-4104-C273E920F96D}"/>
          </ac:spMkLst>
        </pc:spChg>
        <pc:spChg chg="mod">
          <ac:chgData name="Janes, Wesley" userId="3380da8e-dc6f-4ebb-8052-75c75d3b9c82" providerId="ADAL" clId="{FF55B754-212D-4670-ADE0-C7A78C985F09}" dt="2025-12-01T23:50:04.400" v="936" actId="1076"/>
          <ac:spMkLst>
            <pc:docMk/>
            <pc:sldMk cId="2986626732" sldId="357"/>
            <ac:spMk id="19" creationId="{869ADB07-F593-C151-E5A5-22B30ED76178}"/>
          </ac:spMkLst>
        </pc:spChg>
      </pc:sldChg>
    </pc:docChg>
  </pc:docChgLst>
  <pc:docChgLst>
    <pc:chgData name="Janes, Wesley" userId="S::wcj97@msstate.edu::3380da8e-dc6f-4ebb-8052-75c75d3b9c82" providerId="AD" clId="Web-{2E9E65C3-9E99-D795-EAC4-6577B4285995}"/>
    <pc:docChg chg="modSld">
      <pc:chgData name="Janes, Wesley" userId="S::wcj97@msstate.edu::3380da8e-dc6f-4ebb-8052-75c75d3b9c82" providerId="AD" clId="Web-{2E9E65C3-9E99-D795-EAC4-6577B4285995}" dt="2025-12-02T06:19:46.564" v="0" actId="20577"/>
      <pc:docMkLst>
        <pc:docMk/>
      </pc:docMkLst>
      <pc:sldChg chg="modSp">
        <pc:chgData name="Janes, Wesley" userId="S::wcj97@msstate.edu::3380da8e-dc6f-4ebb-8052-75c75d3b9c82" providerId="AD" clId="Web-{2E9E65C3-9E99-D795-EAC4-6577B4285995}" dt="2025-12-02T06:19:46.564" v="0" actId="20577"/>
        <pc:sldMkLst>
          <pc:docMk/>
          <pc:sldMk cId="2149893323" sldId="270"/>
        </pc:sldMkLst>
        <pc:spChg chg="mod">
          <ac:chgData name="Janes, Wesley" userId="S::wcj97@msstate.edu::3380da8e-dc6f-4ebb-8052-75c75d3b9c82" providerId="AD" clId="Web-{2E9E65C3-9E99-D795-EAC4-6577B4285995}" dt="2025-12-02T06:19:46.564" v="0" actId="20577"/>
          <ac:spMkLst>
            <pc:docMk/>
            <pc:sldMk cId="2149893323" sldId="270"/>
            <ac:spMk id="2" creationId="{E9A3F3C1-B269-9712-482B-AADF360C38BB}"/>
          </ac:spMkLst>
        </pc:spChg>
      </pc:sldChg>
    </pc:docChg>
  </pc:docChgLst>
  <pc:docChgLst>
    <pc:chgData name="White, Ethan" userId="7de1e874-1a20-4ee1-a446-e67d523179ac" providerId="ADAL" clId="{6B9EBA04-F502-40E6-89DD-CD1102772A3E}"/>
    <pc:docChg chg="undo custSel addSld delSld modSld sldOrd">
      <pc:chgData name="White, Ethan" userId="7de1e874-1a20-4ee1-a446-e67d523179ac" providerId="ADAL" clId="{6B9EBA04-F502-40E6-89DD-CD1102772A3E}" dt="2025-12-02T18:11:40.524" v="2494" actId="113"/>
      <pc:docMkLst>
        <pc:docMk/>
      </pc:docMkLst>
      <pc:sldChg chg="modSp mod">
        <pc:chgData name="White, Ethan" userId="7de1e874-1a20-4ee1-a446-e67d523179ac" providerId="ADAL" clId="{6B9EBA04-F502-40E6-89DD-CD1102772A3E}" dt="2025-11-29T05:51:00.113" v="108" actId="20577"/>
        <pc:sldMkLst>
          <pc:docMk/>
          <pc:sldMk cId="1804485530" sldId="258"/>
        </pc:sldMkLst>
        <pc:spChg chg="mod">
          <ac:chgData name="White, Ethan" userId="7de1e874-1a20-4ee1-a446-e67d523179ac" providerId="ADAL" clId="{6B9EBA04-F502-40E6-89DD-CD1102772A3E}" dt="2025-11-29T05:51:00.113" v="108" actId="20577"/>
          <ac:spMkLst>
            <pc:docMk/>
            <pc:sldMk cId="1804485530" sldId="258"/>
            <ac:spMk id="8" creationId="{A9392CEC-E691-69C3-806F-76F98BD92F2B}"/>
          </ac:spMkLst>
        </pc:spChg>
      </pc:sldChg>
      <pc:sldChg chg="addSp delSp modSp mod">
        <pc:chgData name="White, Ethan" userId="7de1e874-1a20-4ee1-a446-e67d523179ac" providerId="ADAL" clId="{6B9EBA04-F502-40E6-89DD-CD1102772A3E}" dt="2025-11-29T06:12:06.316" v="320" actId="1076"/>
        <pc:sldMkLst>
          <pc:docMk/>
          <pc:sldMk cId="2149893323" sldId="270"/>
        </pc:sldMkLst>
        <pc:spChg chg="mod">
          <ac:chgData name="White, Ethan" userId="7de1e874-1a20-4ee1-a446-e67d523179ac" providerId="ADAL" clId="{6B9EBA04-F502-40E6-89DD-CD1102772A3E}" dt="2025-11-29T05:51:24.533" v="140" actId="20577"/>
          <ac:spMkLst>
            <pc:docMk/>
            <pc:sldMk cId="2149893323" sldId="270"/>
            <ac:spMk id="2" creationId="{E9A3F3C1-B269-9712-482B-AADF360C38BB}"/>
          </ac:spMkLst>
        </pc:spChg>
        <pc:spChg chg="add mod">
          <ac:chgData name="White, Ethan" userId="7de1e874-1a20-4ee1-a446-e67d523179ac" providerId="ADAL" clId="{6B9EBA04-F502-40E6-89DD-CD1102772A3E}" dt="2025-11-29T06:12:06.316" v="320" actId="1076"/>
          <ac:spMkLst>
            <pc:docMk/>
            <pc:sldMk cId="2149893323" sldId="270"/>
            <ac:spMk id="8" creationId="{8F49A09B-9146-066D-62AF-93A8DB2BDD5A}"/>
          </ac:spMkLst>
        </pc:spChg>
        <pc:picChg chg="add mod">
          <ac:chgData name="White, Ethan" userId="7de1e874-1a20-4ee1-a446-e67d523179ac" providerId="ADAL" clId="{6B9EBA04-F502-40E6-89DD-CD1102772A3E}" dt="2025-11-29T06:11:36.926" v="293" actId="1076"/>
          <ac:picMkLst>
            <pc:docMk/>
            <pc:sldMk cId="2149893323" sldId="270"/>
            <ac:picMk id="6" creationId="{CCF070AA-AE70-B08B-6543-F12E9195B1B9}"/>
          </ac:picMkLst>
        </pc:picChg>
      </pc:sldChg>
      <pc:sldChg chg="addSp delSp modSp mod">
        <pc:chgData name="White, Ethan" userId="7de1e874-1a20-4ee1-a446-e67d523179ac" providerId="ADAL" clId="{6B9EBA04-F502-40E6-89DD-CD1102772A3E}" dt="2025-12-02T16:34:49.622" v="1991" actId="20577"/>
        <pc:sldMkLst>
          <pc:docMk/>
          <pc:sldMk cId="3544727947" sldId="275"/>
        </pc:sldMkLst>
        <pc:spChg chg="add mod">
          <ac:chgData name="White, Ethan" userId="7de1e874-1a20-4ee1-a446-e67d523179ac" providerId="ADAL" clId="{6B9EBA04-F502-40E6-89DD-CD1102772A3E}" dt="2025-12-02T16:34:49.622" v="1991" actId="20577"/>
          <ac:spMkLst>
            <pc:docMk/>
            <pc:sldMk cId="3544727947" sldId="275"/>
            <ac:spMk id="6" creationId="{33C446D2-445A-60D5-C8C2-31D64406B1F4}"/>
          </ac:spMkLst>
        </pc:spChg>
      </pc:sldChg>
      <pc:sldChg chg="addSp delSp modSp mod">
        <pc:chgData name="White, Ethan" userId="7de1e874-1a20-4ee1-a446-e67d523179ac" providerId="ADAL" clId="{6B9EBA04-F502-40E6-89DD-CD1102772A3E}" dt="2025-11-29T06:07:14.324" v="285" actId="1076"/>
        <pc:sldMkLst>
          <pc:docMk/>
          <pc:sldMk cId="1257029662" sldId="276"/>
        </pc:sldMkLst>
        <pc:spChg chg="mod">
          <ac:chgData name="White, Ethan" userId="7de1e874-1a20-4ee1-a446-e67d523179ac" providerId="ADAL" clId="{6B9EBA04-F502-40E6-89DD-CD1102772A3E}" dt="2025-11-29T05:52:04.059" v="167" actId="20577"/>
          <ac:spMkLst>
            <pc:docMk/>
            <pc:sldMk cId="1257029662" sldId="276"/>
            <ac:spMk id="2" creationId="{61759510-4771-422F-1EA1-16637837BD7E}"/>
          </ac:spMkLst>
        </pc:spChg>
        <pc:spChg chg="mod">
          <ac:chgData name="White, Ethan" userId="7de1e874-1a20-4ee1-a446-e67d523179ac" providerId="ADAL" clId="{6B9EBA04-F502-40E6-89DD-CD1102772A3E}" dt="2025-11-29T05:52:31.574" v="205" actId="1076"/>
          <ac:spMkLst>
            <pc:docMk/>
            <pc:sldMk cId="1257029662" sldId="276"/>
            <ac:spMk id="8" creationId="{B320D8A5-D4AE-C5A6-0365-0610226E4B85}"/>
          </ac:spMkLst>
        </pc:spChg>
      </pc:sldChg>
      <pc:sldChg chg="modSp mod">
        <pc:chgData name="White, Ethan" userId="7de1e874-1a20-4ee1-a446-e67d523179ac" providerId="ADAL" clId="{6B9EBA04-F502-40E6-89DD-CD1102772A3E}" dt="2025-11-29T05:53:23.428" v="246" actId="20577"/>
        <pc:sldMkLst>
          <pc:docMk/>
          <pc:sldMk cId="77096818" sldId="277"/>
        </pc:sldMkLst>
      </pc:sldChg>
      <pc:sldChg chg="modSp add mod">
        <pc:chgData name="White, Ethan" userId="7de1e874-1a20-4ee1-a446-e67d523179ac" providerId="ADAL" clId="{6B9EBA04-F502-40E6-89DD-CD1102772A3E}" dt="2025-11-29T05:53:42.372" v="262" actId="20577"/>
        <pc:sldMkLst>
          <pc:docMk/>
          <pc:sldMk cId="1161464658" sldId="279"/>
        </pc:sldMkLst>
        <pc:spChg chg="mod">
          <ac:chgData name="White, Ethan" userId="7de1e874-1a20-4ee1-a446-e67d523179ac" providerId="ADAL" clId="{6B9EBA04-F502-40E6-89DD-CD1102772A3E}" dt="2025-11-29T05:53:42.372" v="262" actId="20577"/>
          <ac:spMkLst>
            <pc:docMk/>
            <pc:sldMk cId="1161464658" sldId="279"/>
            <ac:spMk id="2" creationId="{C8B5E2A7-E4CA-F476-BC7F-7164117FFFC9}"/>
          </ac:spMkLst>
        </pc:spChg>
      </pc:sldChg>
      <pc:sldChg chg="addSp modSp add mod">
        <pc:chgData name="White, Ethan" userId="7de1e874-1a20-4ee1-a446-e67d523179ac" providerId="ADAL" clId="{6B9EBA04-F502-40E6-89DD-CD1102772A3E}" dt="2025-12-02T16:59:34.592" v="2273" actId="14100"/>
        <pc:sldMkLst>
          <pc:docMk/>
          <pc:sldMk cId="3353719333" sldId="280"/>
        </pc:sldMkLst>
        <pc:spChg chg="mod">
          <ac:chgData name="White, Ethan" userId="7de1e874-1a20-4ee1-a446-e67d523179ac" providerId="ADAL" clId="{6B9EBA04-F502-40E6-89DD-CD1102772A3E}" dt="2025-11-29T05:53:47.389" v="276" actId="20577"/>
          <ac:spMkLst>
            <pc:docMk/>
            <pc:sldMk cId="3353719333" sldId="280"/>
            <ac:spMk id="2" creationId="{23A17D65-A6BE-F0EA-C3A8-12D4ED871208}"/>
          </ac:spMkLst>
        </pc:spChg>
        <pc:picChg chg="add mod">
          <ac:chgData name="White, Ethan" userId="7de1e874-1a20-4ee1-a446-e67d523179ac" providerId="ADAL" clId="{6B9EBA04-F502-40E6-89DD-CD1102772A3E}" dt="2025-12-02T16:59:27.830" v="2272" actId="1076"/>
          <ac:picMkLst>
            <pc:docMk/>
            <pc:sldMk cId="3353719333" sldId="280"/>
            <ac:picMk id="3" creationId="{D3715A98-D080-D056-D4D5-829F417D2FE7}"/>
          </ac:picMkLst>
        </pc:picChg>
        <pc:picChg chg="add mod">
          <ac:chgData name="White, Ethan" userId="7de1e874-1a20-4ee1-a446-e67d523179ac" providerId="ADAL" clId="{6B9EBA04-F502-40E6-89DD-CD1102772A3E}" dt="2025-12-02T16:59:34.592" v="2273" actId="14100"/>
          <ac:picMkLst>
            <pc:docMk/>
            <pc:sldMk cId="3353719333" sldId="280"/>
            <ac:picMk id="5" creationId="{D283C8E2-898E-7A40-CBF6-ACD5662A5683}"/>
          </ac:picMkLst>
        </pc:picChg>
        <pc:picChg chg="add mod">
          <ac:chgData name="White, Ethan" userId="7de1e874-1a20-4ee1-a446-e67d523179ac" providerId="ADAL" clId="{6B9EBA04-F502-40E6-89DD-CD1102772A3E}" dt="2025-12-02T16:59:27.830" v="2272" actId="1076"/>
          <ac:picMkLst>
            <pc:docMk/>
            <pc:sldMk cId="3353719333" sldId="280"/>
            <ac:picMk id="6" creationId="{67B12D6C-1D5D-9DBC-C255-4AA5E95D685B}"/>
          </ac:picMkLst>
        </pc:picChg>
        <pc:picChg chg="add mod">
          <ac:chgData name="White, Ethan" userId="7de1e874-1a20-4ee1-a446-e67d523179ac" providerId="ADAL" clId="{6B9EBA04-F502-40E6-89DD-CD1102772A3E}" dt="2025-12-02T16:59:27.830" v="2272" actId="1076"/>
          <ac:picMkLst>
            <pc:docMk/>
            <pc:sldMk cId="3353719333" sldId="280"/>
            <ac:picMk id="7" creationId="{C5C13CD9-E338-5386-C0FB-690FFBC0FAC9}"/>
          </ac:picMkLst>
        </pc:picChg>
        <pc:picChg chg="add mod">
          <ac:chgData name="White, Ethan" userId="7de1e874-1a20-4ee1-a446-e67d523179ac" providerId="ADAL" clId="{6B9EBA04-F502-40E6-89DD-CD1102772A3E}" dt="2025-12-02T16:59:27.830" v="2272" actId="1076"/>
          <ac:picMkLst>
            <pc:docMk/>
            <pc:sldMk cId="3353719333" sldId="280"/>
            <ac:picMk id="8" creationId="{FAB4387B-E399-C089-AFA7-98244E30AE47}"/>
          </ac:picMkLst>
        </pc:picChg>
      </pc:sldChg>
      <pc:sldChg chg="addSp delSp modSp new mod ord">
        <pc:chgData name="White, Ethan" userId="7de1e874-1a20-4ee1-a446-e67d523179ac" providerId="ADAL" clId="{6B9EBA04-F502-40E6-89DD-CD1102772A3E}" dt="2025-12-01T22:38:46.199" v="675"/>
        <pc:sldMkLst>
          <pc:docMk/>
          <pc:sldMk cId="3931718109" sldId="281"/>
        </pc:sldMkLst>
        <pc:spChg chg="mod">
          <ac:chgData name="White, Ethan" userId="7de1e874-1a20-4ee1-a446-e67d523179ac" providerId="ADAL" clId="{6B9EBA04-F502-40E6-89DD-CD1102772A3E}" dt="2025-11-29T06:18:06.455" v="378" actId="122"/>
          <ac:spMkLst>
            <pc:docMk/>
            <pc:sldMk cId="3931718109" sldId="281"/>
            <ac:spMk id="2" creationId="{B2A157E4-D8BC-8A65-7C4E-93E0D781E879}"/>
          </ac:spMkLst>
        </pc:spChg>
        <pc:picChg chg="add mod">
          <ac:chgData name="White, Ethan" userId="7de1e874-1a20-4ee1-a446-e67d523179ac" providerId="ADAL" clId="{6B9EBA04-F502-40E6-89DD-CD1102772A3E}" dt="2025-11-29T06:18:16.816" v="384" actId="1076"/>
          <ac:picMkLst>
            <pc:docMk/>
            <pc:sldMk cId="3931718109" sldId="281"/>
            <ac:picMk id="8" creationId="{59FB437E-BE1E-3E7D-58B6-D9390C0E73E5}"/>
          </ac:picMkLst>
        </pc:picChg>
        <pc:picChg chg="add mod modCrop">
          <ac:chgData name="White, Ethan" userId="7de1e874-1a20-4ee1-a446-e67d523179ac" providerId="ADAL" clId="{6B9EBA04-F502-40E6-89DD-CD1102772A3E}" dt="2025-11-29T06:18:11.509" v="381" actId="1076"/>
          <ac:picMkLst>
            <pc:docMk/>
            <pc:sldMk cId="3931718109" sldId="281"/>
            <ac:picMk id="10" creationId="{EE983512-C00B-B86B-C7A6-9B738ECFB915}"/>
          </ac:picMkLst>
        </pc:picChg>
        <pc:picChg chg="add mod">
          <ac:chgData name="White, Ethan" userId="7de1e874-1a20-4ee1-a446-e67d523179ac" providerId="ADAL" clId="{6B9EBA04-F502-40E6-89DD-CD1102772A3E}" dt="2025-11-29T06:18:25.560" v="388" actId="1076"/>
          <ac:picMkLst>
            <pc:docMk/>
            <pc:sldMk cId="3931718109" sldId="281"/>
            <ac:picMk id="14" creationId="{6F47CF38-2A8F-807C-670E-DD54380919E0}"/>
          </ac:picMkLst>
        </pc:picChg>
      </pc:sldChg>
      <pc:sldChg chg="addSp delSp modSp add mod modTransition modAnim">
        <pc:chgData name="White, Ethan" userId="7de1e874-1a20-4ee1-a446-e67d523179ac" providerId="ADAL" clId="{6B9EBA04-F502-40E6-89DD-CD1102772A3E}" dt="2025-12-02T18:11:40.524" v="2494" actId="113"/>
        <pc:sldMkLst>
          <pc:docMk/>
          <pc:sldMk cId="2796299166" sldId="283"/>
        </pc:sldMkLst>
        <pc:spChg chg="mod">
          <ac:chgData name="White, Ethan" userId="7de1e874-1a20-4ee1-a446-e67d523179ac" providerId="ADAL" clId="{6B9EBA04-F502-40E6-89DD-CD1102772A3E}" dt="2025-11-29T06:41:21.269" v="403" actId="20577"/>
          <ac:spMkLst>
            <pc:docMk/>
            <pc:sldMk cId="2796299166" sldId="283"/>
            <ac:spMk id="2" creationId="{A823CF6B-D3E9-82B0-4AA9-8C2D2C0FF010}"/>
          </ac:spMkLst>
        </pc:spChg>
        <pc:spChg chg="add mod">
          <ac:chgData name="White, Ethan" userId="7de1e874-1a20-4ee1-a446-e67d523179ac" providerId="ADAL" clId="{6B9EBA04-F502-40E6-89DD-CD1102772A3E}" dt="2025-12-02T17:50:00.029" v="2324" actId="1076"/>
          <ac:spMkLst>
            <pc:docMk/>
            <pc:sldMk cId="2796299166" sldId="283"/>
            <ac:spMk id="3" creationId="{24113651-436E-3821-34E4-9AE55AFB6E3D}"/>
          </ac:spMkLst>
        </pc:spChg>
        <pc:spChg chg="add mod">
          <ac:chgData name="White, Ethan" userId="7de1e874-1a20-4ee1-a446-e67d523179ac" providerId="ADAL" clId="{6B9EBA04-F502-40E6-89DD-CD1102772A3E}" dt="2025-12-02T17:54:04.741" v="2334" actId="1076"/>
          <ac:spMkLst>
            <pc:docMk/>
            <pc:sldMk cId="2796299166" sldId="283"/>
            <ac:spMk id="6" creationId="{3785B6CF-0AE2-1474-F5F7-3304E789BD24}"/>
          </ac:spMkLst>
        </pc:spChg>
        <pc:spChg chg="add mod">
          <ac:chgData name="White, Ethan" userId="7de1e874-1a20-4ee1-a446-e67d523179ac" providerId="ADAL" clId="{6B9EBA04-F502-40E6-89DD-CD1102772A3E}" dt="2025-12-02T17:55:00.943" v="2349" actId="207"/>
          <ac:spMkLst>
            <pc:docMk/>
            <pc:sldMk cId="2796299166" sldId="283"/>
            <ac:spMk id="7" creationId="{0CA57710-8D8A-8613-F790-467691353CF3}"/>
          </ac:spMkLst>
        </pc:spChg>
        <pc:spChg chg="add mod">
          <ac:chgData name="White, Ethan" userId="7de1e874-1a20-4ee1-a446-e67d523179ac" providerId="ADAL" clId="{6B9EBA04-F502-40E6-89DD-CD1102772A3E}" dt="2025-12-02T17:55:41.393" v="2355" actId="1076"/>
          <ac:spMkLst>
            <pc:docMk/>
            <pc:sldMk cId="2796299166" sldId="283"/>
            <ac:spMk id="8" creationId="{64E46BFE-DEF3-07A8-7254-44CD253B972D}"/>
          </ac:spMkLst>
        </pc:spChg>
        <pc:spChg chg="add mod">
          <ac:chgData name="White, Ethan" userId="7de1e874-1a20-4ee1-a446-e67d523179ac" providerId="ADAL" clId="{6B9EBA04-F502-40E6-89DD-CD1102772A3E}" dt="2025-12-02T18:11:40.524" v="2494" actId="113"/>
          <ac:spMkLst>
            <pc:docMk/>
            <pc:sldMk cId="2796299166" sldId="283"/>
            <ac:spMk id="9" creationId="{8898FA08-E812-75BC-A0A4-4F078CA2F708}"/>
          </ac:spMkLst>
        </pc:spChg>
        <pc:spChg chg="add mod">
          <ac:chgData name="White, Ethan" userId="7de1e874-1a20-4ee1-a446-e67d523179ac" providerId="ADAL" clId="{6B9EBA04-F502-40E6-89DD-CD1102772A3E}" dt="2025-12-02T17:57:01.488" v="2391" actId="1076"/>
          <ac:spMkLst>
            <pc:docMk/>
            <pc:sldMk cId="2796299166" sldId="283"/>
            <ac:spMk id="11" creationId="{FD815AB6-5889-0A40-E39E-F1635CBD6B32}"/>
          </ac:spMkLst>
        </pc:spChg>
        <pc:spChg chg="add mod">
          <ac:chgData name="White, Ethan" userId="7de1e874-1a20-4ee1-a446-e67d523179ac" providerId="ADAL" clId="{6B9EBA04-F502-40E6-89DD-CD1102772A3E}" dt="2025-12-01T22:42:06.612" v="766" actId="1076"/>
          <ac:spMkLst>
            <pc:docMk/>
            <pc:sldMk cId="2796299166" sldId="283"/>
            <ac:spMk id="13" creationId="{41365C09-9F79-2AE2-B65C-A7990042EC95}"/>
          </ac:spMkLst>
        </pc:spChg>
        <pc:spChg chg="add mod">
          <ac:chgData name="White, Ethan" userId="7de1e874-1a20-4ee1-a446-e67d523179ac" providerId="ADAL" clId="{6B9EBA04-F502-40E6-89DD-CD1102772A3E}" dt="2025-12-02T17:56:58.991" v="2390" actId="1076"/>
          <ac:spMkLst>
            <pc:docMk/>
            <pc:sldMk cId="2796299166" sldId="283"/>
            <ac:spMk id="14" creationId="{A07C74C4-9175-2295-B753-88E860EC55CA}"/>
          </ac:spMkLst>
        </pc:spChg>
        <pc:spChg chg="add mod">
          <ac:chgData name="White, Ethan" userId="7de1e874-1a20-4ee1-a446-e67d523179ac" providerId="ADAL" clId="{6B9EBA04-F502-40E6-89DD-CD1102772A3E}" dt="2025-12-02T16:35:16.248" v="1997" actId="1076"/>
          <ac:spMkLst>
            <pc:docMk/>
            <pc:sldMk cId="2796299166" sldId="283"/>
            <ac:spMk id="15" creationId="{D5C5E3F6-B6D4-91C2-B2A9-56E40EFE5745}"/>
          </ac:spMkLst>
        </pc:spChg>
        <pc:spChg chg="add mod">
          <ac:chgData name="White, Ethan" userId="7de1e874-1a20-4ee1-a446-e67d523179ac" providerId="ADAL" clId="{6B9EBA04-F502-40E6-89DD-CD1102772A3E}" dt="2025-12-02T18:08:17.567" v="2473" actId="1076"/>
          <ac:spMkLst>
            <pc:docMk/>
            <pc:sldMk cId="2796299166" sldId="283"/>
            <ac:spMk id="16" creationId="{EAF30769-0384-529F-64C9-2A431A4A92D9}"/>
          </ac:spMkLst>
        </pc:spChg>
        <pc:spChg chg="add mod">
          <ac:chgData name="White, Ethan" userId="7de1e874-1a20-4ee1-a446-e67d523179ac" providerId="ADAL" clId="{6B9EBA04-F502-40E6-89DD-CD1102772A3E}" dt="2025-12-02T18:08:33.483" v="2483" actId="20577"/>
          <ac:spMkLst>
            <pc:docMk/>
            <pc:sldMk cId="2796299166" sldId="283"/>
            <ac:spMk id="17" creationId="{680CEE3D-DFA0-68B8-BCE5-66C8677D9AD1}"/>
          </ac:spMkLst>
        </pc:spChg>
        <pc:picChg chg="add mod">
          <ac:chgData name="White, Ethan" userId="7de1e874-1a20-4ee1-a446-e67d523179ac" providerId="ADAL" clId="{6B9EBA04-F502-40E6-89DD-CD1102772A3E}" dt="2025-12-02T17:57:50.091" v="2392" actId="1035"/>
          <ac:picMkLst>
            <pc:docMk/>
            <pc:sldMk cId="2796299166" sldId="283"/>
            <ac:picMk id="5" creationId="{1FBC25D8-E1A8-92DF-5B13-78B6CC9AE097}"/>
          </ac:picMkLst>
        </pc:picChg>
        <pc:picChg chg="add mod modCrop">
          <ac:chgData name="White, Ethan" userId="7de1e874-1a20-4ee1-a446-e67d523179ac" providerId="ADAL" clId="{6B9EBA04-F502-40E6-89DD-CD1102772A3E}" dt="2025-12-02T15:36:22.517" v="1891" actId="14100"/>
          <ac:picMkLst>
            <pc:docMk/>
            <pc:sldMk cId="2796299166" sldId="283"/>
            <ac:picMk id="10" creationId="{F20066FE-61D5-EF83-D8B4-B0906DC5E828}"/>
          </ac:picMkLst>
        </pc:picChg>
        <pc:picChg chg="add mod modCrop">
          <ac:chgData name="White, Ethan" userId="7de1e874-1a20-4ee1-a446-e67d523179ac" providerId="ADAL" clId="{6B9EBA04-F502-40E6-89DD-CD1102772A3E}" dt="2025-12-01T22:40:59.305" v="714" actId="1076"/>
          <ac:picMkLst>
            <pc:docMk/>
            <pc:sldMk cId="2796299166" sldId="283"/>
            <ac:picMk id="12" creationId="{62B4C4B8-5F80-405B-20BE-566245CFC898}"/>
          </ac:picMkLst>
        </pc:picChg>
      </pc:sldChg>
      <pc:sldChg chg="addSp delSp modSp add mod ord modAnim">
        <pc:chgData name="White, Ethan" userId="7de1e874-1a20-4ee1-a446-e67d523179ac" providerId="ADAL" clId="{6B9EBA04-F502-40E6-89DD-CD1102772A3E}" dt="2025-12-02T18:11:34.079" v="2493" actId="113"/>
        <pc:sldMkLst>
          <pc:docMk/>
          <pc:sldMk cId="2856623776" sldId="284"/>
        </pc:sldMkLst>
        <pc:spChg chg="add mod">
          <ac:chgData name="White, Ethan" userId="7de1e874-1a20-4ee1-a446-e67d523179ac" providerId="ADAL" clId="{6B9EBA04-F502-40E6-89DD-CD1102772A3E}" dt="2025-12-02T17:50:13.612" v="2327" actId="1076"/>
          <ac:spMkLst>
            <pc:docMk/>
            <pc:sldMk cId="2856623776" sldId="284"/>
            <ac:spMk id="6" creationId="{7A3FC395-9C75-608F-D7C7-D82C9A856B5E}"/>
          </ac:spMkLst>
        </pc:spChg>
        <pc:spChg chg="add mod">
          <ac:chgData name="White, Ethan" userId="7de1e874-1a20-4ee1-a446-e67d523179ac" providerId="ADAL" clId="{6B9EBA04-F502-40E6-89DD-CD1102772A3E}" dt="2025-12-02T16:39:38.898" v="2004" actId="1076"/>
          <ac:spMkLst>
            <pc:docMk/>
            <pc:sldMk cId="2856623776" sldId="284"/>
            <ac:spMk id="9" creationId="{F408148C-2866-50D5-3201-16622463875B}"/>
          </ac:spMkLst>
        </pc:spChg>
        <pc:spChg chg="add mod">
          <ac:chgData name="White, Ethan" userId="7de1e874-1a20-4ee1-a446-e67d523179ac" providerId="ADAL" clId="{6B9EBA04-F502-40E6-89DD-CD1102772A3E}" dt="2025-12-02T17:59:32.658" v="2408" actId="1076"/>
          <ac:spMkLst>
            <pc:docMk/>
            <pc:sldMk cId="2856623776" sldId="284"/>
            <ac:spMk id="10" creationId="{408BB61D-5A3E-3C36-6A91-E2B93BEB1C28}"/>
          </ac:spMkLst>
        </pc:spChg>
        <pc:spChg chg="add mod">
          <ac:chgData name="White, Ethan" userId="7de1e874-1a20-4ee1-a446-e67d523179ac" providerId="ADAL" clId="{6B9EBA04-F502-40E6-89DD-CD1102772A3E}" dt="2025-12-02T18:11:34.079" v="2493" actId="113"/>
          <ac:spMkLst>
            <pc:docMk/>
            <pc:sldMk cId="2856623776" sldId="284"/>
            <ac:spMk id="11" creationId="{7172D145-8E13-ED56-546A-E632EAAD10E0}"/>
          </ac:spMkLst>
        </pc:spChg>
        <pc:spChg chg="add mod">
          <ac:chgData name="White, Ethan" userId="7de1e874-1a20-4ee1-a446-e67d523179ac" providerId="ADAL" clId="{6B9EBA04-F502-40E6-89DD-CD1102772A3E}" dt="2025-12-02T18:00:27.191" v="2414" actId="1076"/>
          <ac:spMkLst>
            <pc:docMk/>
            <pc:sldMk cId="2856623776" sldId="284"/>
            <ac:spMk id="12" creationId="{A8F10B33-8628-A9D2-F822-EEEB4BECFE67}"/>
          </ac:spMkLst>
        </pc:spChg>
        <pc:spChg chg="add mod">
          <ac:chgData name="White, Ethan" userId="7de1e874-1a20-4ee1-a446-e67d523179ac" providerId="ADAL" clId="{6B9EBA04-F502-40E6-89DD-CD1102772A3E}" dt="2025-12-02T18:00:45.088" v="2420" actId="20577"/>
          <ac:spMkLst>
            <pc:docMk/>
            <pc:sldMk cId="2856623776" sldId="284"/>
            <ac:spMk id="13" creationId="{E8C72E4B-F1E2-6E7D-DA3F-50C276FDFD74}"/>
          </ac:spMkLst>
        </pc:spChg>
        <pc:spChg chg="add mod">
          <ac:chgData name="White, Ethan" userId="7de1e874-1a20-4ee1-a446-e67d523179ac" providerId="ADAL" clId="{6B9EBA04-F502-40E6-89DD-CD1102772A3E}" dt="2025-12-02T18:00:56.607" v="2422" actId="1076"/>
          <ac:spMkLst>
            <pc:docMk/>
            <pc:sldMk cId="2856623776" sldId="284"/>
            <ac:spMk id="14" creationId="{B7B7BEC1-CBA2-2152-D04E-49994ED9E312}"/>
          </ac:spMkLst>
        </pc:spChg>
        <pc:spChg chg="add mod">
          <ac:chgData name="White, Ethan" userId="7de1e874-1a20-4ee1-a446-e67d523179ac" providerId="ADAL" clId="{6B9EBA04-F502-40E6-89DD-CD1102772A3E}" dt="2025-12-02T18:11:29.936" v="2492" actId="113"/>
          <ac:spMkLst>
            <pc:docMk/>
            <pc:sldMk cId="2856623776" sldId="284"/>
            <ac:spMk id="16" creationId="{3B49990A-1204-4736-28CC-2D56C3A927F1}"/>
          </ac:spMkLst>
        </pc:spChg>
        <pc:picChg chg="add mod">
          <ac:chgData name="White, Ethan" userId="7de1e874-1a20-4ee1-a446-e67d523179ac" providerId="ADAL" clId="{6B9EBA04-F502-40E6-89DD-CD1102772A3E}" dt="2025-12-01T22:41:18.514" v="721" actId="1076"/>
          <ac:picMkLst>
            <pc:docMk/>
            <pc:sldMk cId="2856623776" sldId="284"/>
            <ac:picMk id="3" creationId="{5C2BE220-4EC6-F88C-1B0B-CB1667C75B93}"/>
          </ac:picMkLst>
        </pc:picChg>
        <pc:picChg chg="add mod">
          <ac:chgData name="White, Ethan" userId="7de1e874-1a20-4ee1-a446-e67d523179ac" providerId="ADAL" clId="{6B9EBA04-F502-40E6-89DD-CD1102772A3E}" dt="2025-12-01T22:41:23.755" v="724" actId="1076"/>
          <ac:picMkLst>
            <pc:docMk/>
            <pc:sldMk cId="2856623776" sldId="284"/>
            <ac:picMk id="5" creationId="{253AF99C-AD2D-4634-81A2-2F2958D604E0}"/>
          </ac:picMkLst>
        </pc:picChg>
        <pc:picChg chg="add mod modCrop">
          <ac:chgData name="White, Ethan" userId="7de1e874-1a20-4ee1-a446-e67d523179ac" providerId="ADAL" clId="{6B9EBA04-F502-40E6-89DD-CD1102772A3E}" dt="2025-12-02T15:37:09.635" v="1898" actId="14100"/>
          <ac:picMkLst>
            <pc:docMk/>
            <pc:sldMk cId="2856623776" sldId="284"/>
            <ac:picMk id="8" creationId="{988A93DA-368B-A27C-AE88-EBC1AFD19EF8}"/>
          </ac:picMkLst>
        </pc:picChg>
      </pc:sldChg>
      <pc:sldChg chg="addSp delSp modSp add mod">
        <pc:chgData name="White, Ethan" userId="7de1e874-1a20-4ee1-a446-e67d523179ac" providerId="ADAL" clId="{6B9EBA04-F502-40E6-89DD-CD1102772A3E}" dt="2025-12-02T15:22:51.969" v="1863" actId="478"/>
        <pc:sldMkLst>
          <pc:docMk/>
          <pc:sldMk cId="3120709307" sldId="285"/>
        </pc:sldMkLst>
        <pc:spChg chg="mod">
          <ac:chgData name="White, Ethan" userId="7de1e874-1a20-4ee1-a446-e67d523179ac" providerId="ADAL" clId="{6B9EBA04-F502-40E6-89DD-CD1102772A3E}" dt="2025-11-29T07:06:52.840" v="463" actId="20577"/>
          <ac:spMkLst>
            <pc:docMk/>
            <pc:sldMk cId="3120709307" sldId="285"/>
            <ac:spMk id="2" creationId="{ED87FE61-2E0F-3EE3-C268-D1DE75CC0681}"/>
          </ac:spMkLst>
        </pc:spChg>
        <pc:picChg chg="add mod">
          <ac:chgData name="White, Ethan" userId="7de1e874-1a20-4ee1-a446-e67d523179ac" providerId="ADAL" clId="{6B9EBA04-F502-40E6-89DD-CD1102772A3E}" dt="2025-12-01T20:50:06.065" v="588" actId="1076"/>
          <ac:picMkLst>
            <pc:docMk/>
            <pc:sldMk cId="3120709307" sldId="285"/>
            <ac:picMk id="6" creationId="{73B5A2E3-F473-3F8B-8332-BE3CF503C2F4}"/>
          </ac:picMkLst>
        </pc:picChg>
        <pc:picChg chg="add mod">
          <ac:chgData name="White, Ethan" userId="7de1e874-1a20-4ee1-a446-e67d523179ac" providerId="ADAL" clId="{6B9EBA04-F502-40E6-89DD-CD1102772A3E}" dt="2025-12-01T20:50:18.701" v="594" actId="14100"/>
          <ac:picMkLst>
            <pc:docMk/>
            <pc:sldMk cId="3120709307" sldId="285"/>
            <ac:picMk id="8" creationId="{D6620A3D-A4CC-6903-50B7-97524C78E1CB}"/>
          </ac:picMkLst>
        </pc:picChg>
      </pc:sldChg>
      <pc:sldChg chg="delSp modSp mod">
        <pc:chgData name="White, Ethan" userId="7de1e874-1a20-4ee1-a446-e67d523179ac" providerId="ADAL" clId="{6B9EBA04-F502-40E6-89DD-CD1102772A3E}" dt="2025-12-02T16:32:37.428" v="1932" actId="20577"/>
        <pc:sldMkLst>
          <pc:docMk/>
          <pc:sldMk cId="3348867741" sldId="298"/>
        </pc:sldMkLst>
        <pc:graphicFrameChg chg="mod modGraphic">
          <ac:chgData name="White, Ethan" userId="7de1e874-1a20-4ee1-a446-e67d523179ac" providerId="ADAL" clId="{6B9EBA04-F502-40E6-89DD-CD1102772A3E}" dt="2025-12-02T16:32:37.428" v="1932" actId="20577"/>
          <ac:graphicFrameMkLst>
            <pc:docMk/>
            <pc:sldMk cId="3348867741" sldId="298"/>
            <ac:graphicFrameMk id="5" creationId="{1EC56FA2-FCED-08A9-AAAC-57C93F23BDB1}"/>
          </ac:graphicFrameMkLst>
        </pc:graphicFrameChg>
      </pc:sldChg>
      <pc:sldChg chg="modSp mod">
        <pc:chgData name="White, Ethan" userId="7de1e874-1a20-4ee1-a446-e67d523179ac" providerId="ADAL" clId="{6B9EBA04-F502-40E6-89DD-CD1102772A3E}" dt="2025-12-01T23:10:58.856" v="1342" actId="20577"/>
        <pc:sldMkLst>
          <pc:docMk/>
          <pc:sldMk cId="1895995815" sldId="308"/>
        </pc:sldMkLst>
        <pc:graphicFrameChg chg="mod modGraphic">
          <ac:chgData name="White, Ethan" userId="7de1e874-1a20-4ee1-a446-e67d523179ac" providerId="ADAL" clId="{6B9EBA04-F502-40E6-89DD-CD1102772A3E}" dt="2025-12-01T23:10:58.856" v="1342" actId="20577"/>
          <ac:graphicFrameMkLst>
            <pc:docMk/>
            <pc:sldMk cId="1895995815" sldId="308"/>
            <ac:graphicFrameMk id="3" creationId="{1C1C1EE8-F6C0-AA85-4B7F-3D58D5EE6E22}"/>
          </ac:graphicFrameMkLst>
        </pc:graphicFrameChg>
      </pc:sldChg>
      <pc:sldChg chg="addSp delSp modSp mod">
        <pc:chgData name="White, Ethan" userId="7de1e874-1a20-4ee1-a446-e67d523179ac" providerId="ADAL" clId="{6B9EBA04-F502-40E6-89DD-CD1102772A3E}" dt="2025-12-02T16:33:10.494" v="1941" actId="20577"/>
        <pc:sldMkLst>
          <pc:docMk/>
          <pc:sldMk cId="1200365751" sldId="351"/>
        </pc:sldMkLst>
        <pc:spChg chg="add mod">
          <ac:chgData name="White, Ethan" userId="7de1e874-1a20-4ee1-a446-e67d523179ac" providerId="ADAL" clId="{6B9EBA04-F502-40E6-89DD-CD1102772A3E}" dt="2025-12-02T16:33:10.494" v="1941" actId="20577"/>
          <ac:spMkLst>
            <pc:docMk/>
            <pc:sldMk cId="1200365751" sldId="351"/>
            <ac:spMk id="5" creationId="{71B47A5D-B4AD-6F88-CCB9-97D501BCA181}"/>
          </ac:spMkLst>
        </pc:spChg>
        <pc:spChg chg="add mod">
          <ac:chgData name="White, Ethan" userId="7de1e874-1a20-4ee1-a446-e67d523179ac" providerId="ADAL" clId="{6B9EBA04-F502-40E6-89DD-CD1102772A3E}" dt="2025-12-01T22:57:12.610" v="801" actId="1076"/>
          <ac:spMkLst>
            <pc:docMk/>
            <pc:sldMk cId="1200365751" sldId="351"/>
            <ac:spMk id="17" creationId="{62DCDB4F-01E1-90B2-60AE-47A6DC0BBCEC}"/>
          </ac:spMkLst>
        </pc:spChg>
        <pc:spChg chg="add mod">
          <ac:chgData name="White, Ethan" userId="7de1e874-1a20-4ee1-a446-e67d523179ac" providerId="ADAL" clId="{6B9EBA04-F502-40E6-89DD-CD1102772A3E}" dt="2025-12-01T22:57:02.493" v="799" actId="208"/>
          <ac:spMkLst>
            <pc:docMk/>
            <pc:sldMk cId="1200365751" sldId="351"/>
            <ac:spMk id="18" creationId="{ACCDD445-FB03-C502-3F32-D5ADAA8C8EB9}"/>
          </ac:spMkLst>
        </pc:spChg>
        <pc:picChg chg="add mod modCrop">
          <ac:chgData name="White, Ethan" userId="7de1e874-1a20-4ee1-a446-e67d523179ac" providerId="ADAL" clId="{6B9EBA04-F502-40E6-89DD-CD1102772A3E}" dt="2025-12-01T22:33:17.948" v="664" actId="14100"/>
          <ac:picMkLst>
            <pc:docMk/>
            <pc:sldMk cId="1200365751" sldId="351"/>
            <ac:picMk id="3" creationId="{E29A533E-B777-7424-E660-3A0731D76492}"/>
          </ac:picMkLst>
        </pc:picChg>
        <pc:picChg chg="mod">
          <ac:chgData name="White, Ethan" userId="7de1e874-1a20-4ee1-a446-e67d523179ac" providerId="ADAL" clId="{6B9EBA04-F502-40E6-89DD-CD1102772A3E}" dt="2025-12-01T22:56:15.200" v="793" actId="1076"/>
          <ac:picMkLst>
            <pc:docMk/>
            <pc:sldMk cId="1200365751" sldId="351"/>
            <ac:picMk id="6" creationId="{9EEE77DC-0C59-BCE4-DB03-29517FB559EA}"/>
          </ac:picMkLst>
        </pc:picChg>
      </pc:sldChg>
      <pc:sldChg chg="addSp delSp modSp add mod">
        <pc:chgData name="White, Ethan" userId="7de1e874-1a20-4ee1-a446-e67d523179ac" providerId="ADAL" clId="{6B9EBA04-F502-40E6-89DD-CD1102772A3E}" dt="2025-12-02T16:33:17.610" v="1945" actId="20577"/>
        <pc:sldMkLst>
          <pc:docMk/>
          <pc:sldMk cId="2719883040" sldId="353"/>
        </pc:sldMkLst>
        <pc:spChg chg="add mod">
          <ac:chgData name="White, Ethan" userId="7de1e874-1a20-4ee1-a446-e67d523179ac" providerId="ADAL" clId="{6B9EBA04-F502-40E6-89DD-CD1102772A3E}" dt="2025-12-02T16:33:17.610" v="1945" actId="20577"/>
          <ac:spMkLst>
            <pc:docMk/>
            <pc:sldMk cId="2719883040" sldId="353"/>
            <ac:spMk id="3" creationId="{D501DAE8-BDD3-F6BA-2B41-8BD8A44ADEEB}"/>
          </ac:spMkLst>
        </pc:spChg>
        <pc:spChg chg="add mod">
          <ac:chgData name="White, Ethan" userId="7de1e874-1a20-4ee1-a446-e67d523179ac" providerId="ADAL" clId="{6B9EBA04-F502-40E6-89DD-CD1102772A3E}" dt="2025-12-01T22:59:02.456" v="816" actId="1076"/>
          <ac:spMkLst>
            <pc:docMk/>
            <pc:sldMk cId="2719883040" sldId="353"/>
            <ac:spMk id="12" creationId="{97D846CA-31FF-5714-69E6-F117F6D1E068}"/>
          </ac:spMkLst>
        </pc:spChg>
        <pc:spChg chg="add mod">
          <ac:chgData name="White, Ethan" userId="7de1e874-1a20-4ee1-a446-e67d523179ac" providerId="ADAL" clId="{6B9EBA04-F502-40E6-89DD-CD1102772A3E}" dt="2025-12-01T22:58:56.752" v="814" actId="1076"/>
          <ac:spMkLst>
            <pc:docMk/>
            <pc:sldMk cId="2719883040" sldId="353"/>
            <ac:spMk id="13" creationId="{0AB763C2-B9DD-0337-F46D-82ACD6B4B3E1}"/>
          </ac:spMkLst>
        </pc:spChg>
        <pc:spChg chg="add mod">
          <ac:chgData name="White, Ethan" userId="7de1e874-1a20-4ee1-a446-e67d523179ac" providerId="ADAL" clId="{6B9EBA04-F502-40E6-89DD-CD1102772A3E}" dt="2025-12-01T23:00:00.278" v="838" actId="1076"/>
          <ac:spMkLst>
            <pc:docMk/>
            <pc:sldMk cId="2719883040" sldId="353"/>
            <ac:spMk id="15" creationId="{25817EFD-EFE7-2535-B763-0C2FC0ED3DB7}"/>
          </ac:spMkLst>
        </pc:spChg>
        <pc:spChg chg="add mod">
          <ac:chgData name="White, Ethan" userId="7de1e874-1a20-4ee1-a446-e67d523179ac" providerId="ADAL" clId="{6B9EBA04-F502-40E6-89DD-CD1102772A3E}" dt="2025-12-01T23:00:07.720" v="851" actId="20577"/>
          <ac:spMkLst>
            <pc:docMk/>
            <pc:sldMk cId="2719883040" sldId="353"/>
            <ac:spMk id="16" creationId="{EF435704-A5E3-D84E-3551-3BB5B680245D}"/>
          </ac:spMkLst>
        </pc:spChg>
        <pc:picChg chg="mod">
          <ac:chgData name="White, Ethan" userId="7de1e874-1a20-4ee1-a446-e67d523179ac" providerId="ADAL" clId="{6B9EBA04-F502-40E6-89DD-CD1102772A3E}" dt="2025-12-01T22:58:52.581" v="813" actId="1076"/>
          <ac:picMkLst>
            <pc:docMk/>
            <pc:sldMk cId="2719883040" sldId="353"/>
            <ac:picMk id="8" creationId="{6347EEF5-9E2E-0A06-BF8B-3A04DB998E5D}"/>
          </ac:picMkLst>
        </pc:picChg>
        <pc:picChg chg="add mod modCrop">
          <ac:chgData name="White, Ethan" userId="7de1e874-1a20-4ee1-a446-e67d523179ac" providerId="ADAL" clId="{6B9EBA04-F502-40E6-89DD-CD1102772A3E}" dt="2025-12-01T22:33:45.523" v="673" actId="1076"/>
          <ac:picMkLst>
            <pc:docMk/>
            <pc:sldMk cId="2719883040" sldId="353"/>
            <ac:picMk id="11" creationId="{B20FA038-7F2E-4A43-8AE2-2E76C632F29D}"/>
          </ac:picMkLst>
        </pc:picChg>
      </pc:sldChg>
      <pc:sldChg chg="addSp delSp modSp add mod">
        <pc:chgData name="White, Ethan" userId="7de1e874-1a20-4ee1-a446-e67d523179ac" providerId="ADAL" clId="{6B9EBA04-F502-40E6-89DD-CD1102772A3E}" dt="2025-12-02T16:33:27.489" v="1950" actId="20577"/>
        <pc:sldMkLst>
          <pc:docMk/>
          <pc:sldMk cId="34203639" sldId="354"/>
        </pc:sldMkLst>
        <pc:spChg chg="add mod">
          <ac:chgData name="White, Ethan" userId="7de1e874-1a20-4ee1-a446-e67d523179ac" providerId="ADAL" clId="{6B9EBA04-F502-40E6-89DD-CD1102772A3E}" dt="2025-12-02T16:33:27.489" v="1950" actId="20577"/>
          <ac:spMkLst>
            <pc:docMk/>
            <pc:sldMk cId="34203639" sldId="354"/>
            <ac:spMk id="6" creationId="{E3EF1694-16A6-055F-9063-10B7435C140C}"/>
          </ac:spMkLst>
        </pc:spChg>
        <pc:spChg chg="add mod">
          <ac:chgData name="White, Ethan" userId="7de1e874-1a20-4ee1-a446-e67d523179ac" providerId="ADAL" clId="{6B9EBA04-F502-40E6-89DD-CD1102772A3E}" dt="2025-12-01T23:00:29.246" v="865" actId="20577"/>
          <ac:spMkLst>
            <pc:docMk/>
            <pc:sldMk cId="34203639" sldId="354"/>
            <ac:spMk id="16" creationId="{DE597E7B-192F-49C5-3A87-0D8C38A433DA}"/>
          </ac:spMkLst>
        </pc:spChg>
        <pc:spChg chg="add mod">
          <ac:chgData name="White, Ethan" userId="7de1e874-1a20-4ee1-a446-e67d523179ac" providerId="ADAL" clId="{6B9EBA04-F502-40E6-89DD-CD1102772A3E}" dt="2025-12-01T23:00:48.914" v="874" actId="1076"/>
          <ac:spMkLst>
            <pc:docMk/>
            <pc:sldMk cId="34203639" sldId="354"/>
            <ac:spMk id="17" creationId="{EA711BBC-4194-27C5-0BE0-D704D9C0D303}"/>
          </ac:spMkLst>
        </pc:spChg>
        <pc:spChg chg="add mod">
          <ac:chgData name="White, Ethan" userId="7de1e874-1a20-4ee1-a446-e67d523179ac" providerId="ADAL" clId="{6B9EBA04-F502-40E6-89DD-CD1102772A3E}" dt="2025-12-01T23:54:14.131" v="1857" actId="20577"/>
          <ac:spMkLst>
            <pc:docMk/>
            <pc:sldMk cId="34203639" sldId="354"/>
            <ac:spMk id="18" creationId="{B4EDF100-B0AE-75FB-3DCD-139652BC7DC9}"/>
          </ac:spMkLst>
        </pc:spChg>
        <pc:picChg chg="mod">
          <ac:chgData name="White, Ethan" userId="7de1e874-1a20-4ee1-a446-e67d523179ac" providerId="ADAL" clId="{6B9EBA04-F502-40E6-89DD-CD1102772A3E}" dt="2025-12-01T22:29:55.288" v="620" actId="1076"/>
          <ac:picMkLst>
            <pc:docMk/>
            <pc:sldMk cId="34203639" sldId="354"/>
            <ac:picMk id="5" creationId="{3092CF97-0E5D-B05B-3EB4-8761A1D0CDC0}"/>
          </ac:picMkLst>
        </pc:picChg>
        <pc:picChg chg="add mod modCrop">
          <ac:chgData name="White, Ethan" userId="7de1e874-1a20-4ee1-a446-e67d523179ac" providerId="ADAL" clId="{6B9EBA04-F502-40E6-89DD-CD1102772A3E}" dt="2025-12-01T22:30:02.470" v="622" actId="1076"/>
          <ac:picMkLst>
            <pc:docMk/>
            <pc:sldMk cId="34203639" sldId="354"/>
            <ac:picMk id="11" creationId="{11D32C34-17DB-0F59-9A31-02F3479232CA}"/>
          </ac:picMkLst>
        </pc:picChg>
      </pc:sldChg>
      <pc:sldChg chg="addSp delSp modSp add mod modAnim">
        <pc:chgData name="White, Ethan" userId="7de1e874-1a20-4ee1-a446-e67d523179ac" providerId="ADAL" clId="{6B9EBA04-F502-40E6-89DD-CD1102772A3E}" dt="2025-12-02T18:11:19.267" v="2491" actId="14100"/>
        <pc:sldMkLst>
          <pc:docMk/>
          <pc:sldMk cId="3422693972" sldId="355"/>
        </pc:sldMkLst>
        <pc:spChg chg="add mod">
          <ac:chgData name="White, Ethan" userId="7de1e874-1a20-4ee1-a446-e67d523179ac" providerId="ADAL" clId="{6B9EBA04-F502-40E6-89DD-CD1102772A3E}" dt="2025-12-02T17:49:41.536" v="2317" actId="20577"/>
          <ac:spMkLst>
            <pc:docMk/>
            <pc:sldMk cId="3422693972" sldId="355"/>
            <ac:spMk id="5" creationId="{E69AF9B0-0EB9-71F8-4CBA-E3B297AF24EA}"/>
          </ac:spMkLst>
        </pc:spChg>
        <pc:spChg chg="add mod">
          <ac:chgData name="White, Ethan" userId="7de1e874-1a20-4ee1-a446-e67d523179ac" providerId="ADAL" clId="{6B9EBA04-F502-40E6-89DD-CD1102772A3E}" dt="2025-12-02T18:11:19.267" v="2491" actId="14100"/>
          <ac:spMkLst>
            <pc:docMk/>
            <pc:sldMk cId="3422693972" sldId="355"/>
            <ac:spMk id="8" creationId="{A3FA7292-A227-82DB-9843-8AF43CE23921}"/>
          </ac:spMkLst>
        </pc:spChg>
        <pc:spChg chg="add mod">
          <ac:chgData name="White, Ethan" userId="7de1e874-1a20-4ee1-a446-e67d523179ac" providerId="ADAL" clId="{6B9EBA04-F502-40E6-89DD-CD1102772A3E}" dt="2025-12-02T18:02:06.151" v="2435" actId="1076"/>
          <ac:spMkLst>
            <pc:docMk/>
            <pc:sldMk cId="3422693972" sldId="355"/>
            <ac:spMk id="9" creationId="{591CBD62-9D4D-DDBB-5948-E4FE19C2C7B1}"/>
          </ac:spMkLst>
        </pc:spChg>
        <pc:spChg chg="add mod">
          <ac:chgData name="White, Ethan" userId="7de1e874-1a20-4ee1-a446-e67d523179ac" providerId="ADAL" clId="{6B9EBA04-F502-40E6-89DD-CD1102772A3E}" dt="2025-12-02T18:05:37.529" v="2469" actId="1076"/>
          <ac:spMkLst>
            <pc:docMk/>
            <pc:sldMk cId="3422693972" sldId="355"/>
            <ac:spMk id="11" creationId="{1935C320-8376-BE7E-9C5A-A0F41AFB2D7A}"/>
          </ac:spMkLst>
        </pc:spChg>
        <pc:spChg chg="add mod">
          <ac:chgData name="White, Ethan" userId="7de1e874-1a20-4ee1-a446-e67d523179ac" providerId="ADAL" clId="{6B9EBA04-F502-40E6-89DD-CD1102772A3E}" dt="2025-12-02T18:11:04.257" v="2486" actId="113"/>
          <ac:spMkLst>
            <pc:docMk/>
            <pc:sldMk cId="3422693972" sldId="355"/>
            <ac:spMk id="15" creationId="{AD9DD2BB-7F97-E5EE-4A02-EDEEC302770E}"/>
          </ac:spMkLst>
        </pc:spChg>
        <pc:spChg chg="add mod">
          <ac:chgData name="White, Ethan" userId="7de1e874-1a20-4ee1-a446-e67d523179ac" providerId="ADAL" clId="{6B9EBA04-F502-40E6-89DD-CD1102772A3E}" dt="2025-12-02T18:11:09.406" v="2488" actId="113"/>
          <ac:spMkLst>
            <pc:docMk/>
            <pc:sldMk cId="3422693972" sldId="355"/>
            <ac:spMk id="17" creationId="{A64CDB27-5C85-E932-C0DB-3A8EC76E4C98}"/>
          </ac:spMkLst>
        </pc:spChg>
        <pc:spChg chg="add mod">
          <ac:chgData name="White, Ethan" userId="7de1e874-1a20-4ee1-a446-e67d523179ac" providerId="ADAL" clId="{6B9EBA04-F502-40E6-89DD-CD1102772A3E}" dt="2025-12-02T18:11:07.110" v="2487" actId="113"/>
          <ac:spMkLst>
            <pc:docMk/>
            <pc:sldMk cId="3422693972" sldId="355"/>
            <ac:spMk id="18" creationId="{2E2D47AD-06F5-4689-5B7C-D18B56F1DE8D}"/>
          </ac:spMkLst>
        </pc:spChg>
        <pc:picChg chg="add mod">
          <ac:chgData name="White, Ethan" userId="7de1e874-1a20-4ee1-a446-e67d523179ac" providerId="ADAL" clId="{6B9EBA04-F502-40E6-89DD-CD1102772A3E}" dt="2025-12-01T22:42:27.657" v="783" actId="14100"/>
          <ac:picMkLst>
            <pc:docMk/>
            <pc:sldMk cId="3422693972" sldId="355"/>
            <ac:picMk id="3" creationId="{371A9A05-9709-2EAF-3914-32E2EC9FCDA1}"/>
          </ac:picMkLst>
        </pc:picChg>
        <pc:picChg chg="add mod">
          <ac:chgData name="White, Ethan" userId="7de1e874-1a20-4ee1-a446-e67d523179ac" providerId="ADAL" clId="{6B9EBA04-F502-40E6-89DD-CD1102772A3E}" dt="2025-12-02T15:37:49.093" v="1904" actId="14100"/>
          <ac:picMkLst>
            <pc:docMk/>
            <pc:sldMk cId="3422693972" sldId="355"/>
            <ac:picMk id="6" creationId="{96F00294-3DD5-304F-BA95-AC8FCA44093E}"/>
          </ac:picMkLst>
        </pc:picChg>
        <pc:picChg chg="add mod">
          <ac:chgData name="White, Ethan" userId="7de1e874-1a20-4ee1-a446-e67d523179ac" providerId="ADAL" clId="{6B9EBA04-F502-40E6-89DD-CD1102772A3E}" dt="2025-12-02T15:38:14.221" v="1908" actId="14100"/>
          <ac:picMkLst>
            <pc:docMk/>
            <pc:sldMk cId="3422693972" sldId="355"/>
            <ac:picMk id="7" creationId="{2315BD88-9C9A-4B8D-2C60-E977C20DC077}"/>
          </ac:picMkLst>
        </pc:picChg>
        <pc:picChg chg="add mod">
          <ac:chgData name="White, Ethan" userId="7de1e874-1a20-4ee1-a446-e67d523179ac" providerId="ADAL" clId="{6B9EBA04-F502-40E6-89DD-CD1102772A3E}" dt="2025-12-01T22:42:29.438" v="784" actId="1076"/>
          <ac:picMkLst>
            <pc:docMk/>
            <pc:sldMk cId="3422693972" sldId="355"/>
            <ac:picMk id="10" creationId="{7002FBB1-9D70-C3E6-5A4D-3DB23C18ABB6}"/>
          </ac:picMkLst>
        </pc:picChg>
        <pc:picChg chg="add mod modCrop">
          <ac:chgData name="White, Ethan" userId="7de1e874-1a20-4ee1-a446-e67d523179ac" providerId="ADAL" clId="{6B9EBA04-F502-40E6-89DD-CD1102772A3E}" dt="2025-12-02T18:03:33.553" v="2453" actId="1076"/>
          <ac:picMkLst>
            <pc:docMk/>
            <pc:sldMk cId="3422693972" sldId="355"/>
            <ac:picMk id="12" creationId="{648704F2-2241-690A-9681-E303E3AAD828}"/>
          </ac:picMkLst>
        </pc:picChg>
      </pc:sldChg>
      <pc:sldChg chg="addSp modSp mod">
        <pc:chgData name="White, Ethan" userId="7de1e874-1a20-4ee1-a446-e67d523179ac" providerId="ADAL" clId="{6B9EBA04-F502-40E6-89DD-CD1102772A3E}" dt="2025-12-02T16:42:20.302" v="2015" actId="1076"/>
        <pc:sldMkLst>
          <pc:docMk/>
          <pc:sldMk cId="1921269268" sldId="356"/>
        </pc:sldMkLst>
        <pc:spChg chg="add mod">
          <ac:chgData name="White, Ethan" userId="7de1e874-1a20-4ee1-a446-e67d523179ac" providerId="ADAL" clId="{6B9EBA04-F502-40E6-89DD-CD1102772A3E}" dt="2025-12-02T16:42:20.302" v="2015" actId="1076"/>
          <ac:spMkLst>
            <pc:docMk/>
            <pc:sldMk cId="1921269268" sldId="356"/>
            <ac:spMk id="3" creationId="{38AB49C4-8A70-DD5A-548B-561680DF25F2}"/>
          </ac:spMkLst>
        </pc:spChg>
        <pc:spChg chg="add mod">
          <ac:chgData name="White, Ethan" userId="7de1e874-1a20-4ee1-a446-e67d523179ac" providerId="ADAL" clId="{6B9EBA04-F502-40E6-89DD-CD1102772A3E}" dt="2025-12-02T16:42:14.651" v="2013" actId="1076"/>
          <ac:spMkLst>
            <pc:docMk/>
            <pc:sldMk cId="1921269268" sldId="356"/>
            <ac:spMk id="5" creationId="{C51BC1FC-A58C-4008-4182-BB163E9C8294}"/>
          </ac:spMkLst>
        </pc:spChg>
      </pc:sldChg>
      <pc:sldChg chg="addSp delSp modSp add mod ord">
        <pc:chgData name="White, Ethan" userId="7de1e874-1a20-4ee1-a446-e67d523179ac" providerId="ADAL" clId="{6B9EBA04-F502-40E6-89DD-CD1102772A3E}" dt="2025-12-02T14:51:32.820" v="1861"/>
        <pc:sldMkLst>
          <pc:docMk/>
          <pc:sldMk cId="2986626732" sldId="357"/>
        </pc:sldMkLst>
        <pc:spChg chg="mod">
          <ac:chgData name="White, Ethan" userId="7de1e874-1a20-4ee1-a446-e67d523179ac" providerId="ADAL" clId="{6B9EBA04-F502-40E6-89DD-CD1102772A3E}" dt="2025-12-01T23:34:24.777" v="1436" actId="14100"/>
          <ac:spMkLst>
            <pc:docMk/>
            <pc:sldMk cId="2986626732" sldId="357"/>
            <ac:spMk id="2" creationId="{670FF7E8-B95D-46D7-6C72-3EF0E77E5CB8}"/>
          </ac:spMkLst>
        </pc:spChg>
        <pc:spChg chg="mod">
          <ac:chgData name="White, Ethan" userId="7de1e874-1a20-4ee1-a446-e67d523179ac" providerId="ADAL" clId="{6B9EBA04-F502-40E6-89DD-CD1102772A3E}" dt="2025-12-01T23:16:38.849" v="1431" actId="1076"/>
          <ac:spMkLst>
            <pc:docMk/>
            <pc:sldMk cId="2986626732" sldId="357"/>
            <ac:spMk id="3" creationId="{55C21BFC-749E-4FBE-A6F9-0BD558B4E124}"/>
          </ac:spMkLst>
        </pc:spChg>
        <pc:spChg chg="mod">
          <ac:chgData name="White, Ethan" userId="7de1e874-1a20-4ee1-a446-e67d523179ac" providerId="ADAL" clId="{6B9EBA04-F502-40E6-89DD-CD1102772A3E}" dt="2025-12-01T23:16:34.021" v="1430" actId="1076"/>
          <ac:spMkLst>
            <pc:docMk/>
            <pc:sldMk cId="2986626732" sldId="357"/>
            <ac:spMk id="5" creationId="{B7E8D73A-F8D3-0712-45EC-6FD862AD6EB2}"/>
          </ac:spMkLst>
        </pc:spChg>
        <pc:spChg chg="add mod">
          <ac:chgData name="White, Ethan" userId="7de1e874-1a20-4ee1-a446-e67d523179ac" providerId="ADAL" clId="{6B9EBA04-F502-40E6-89DD-CD1102772A3E}" dt="2025-12-01T23:16:28.364" v="1428" actId="1076"/>
          <ac:spMkLst>
            <pc:docMk/>
            <pc:sldMk cId="2986626732" sldId="357"/>
            <ac:spMk id="7" creationId="{BBF6EF83-813B-2690-4D86-7CE3BA75E8E2}"/>
          </ac:spMkLst>
        </pc:spChg>
        <pc:spChg chg="add mod">
          <ac:chgData name="White, Ethan" userId="7de1e874-1a20-4ee1-a446-e67d523179ac" providerId="ADAL" clId="{6B9EBA04-F502-40E6-89DD-CD1102772A3E}" dt="2025-12-01T23:16:24.659" v="1427" actId="1076"/>
          <ac:spMkLst>
            <pc:docMk/>
            <pc:sldMk cId="2986626732" sldId="357"/>
            <ac:spMk id="9" creationId="{B3D1B8DE-02EE-5740-AEDA-9D38FAD73C5C}"/>
          </ac:spMkLst>
        </pc:spChg>
        <pc:spChg chg="add mod">
          <ac:chgData name="White, Ethan" userId="7de1e874-1a20-4ee1-a446-e67d523179ac" providerId="ADAL" clId="{6B9EBA04-F502-40E6-89DD-CD1102772A3E}" dt="2025-12-01T23:36:06.286" v="1482" actId="5793"/>
          <ac:spMkLst>
            <pc:docMk/>
            <pc:sldMk cId="2986626732" sldId="357"/>
            <ac:spMk id="10" creationId="{E9E51FA0-A427-D325-1E71-44410BE8DEFC}"/>
          </ac:spMkLst>
        </pc:spChg>
        <pc:spChg chg="add mod">
          <ac:chgData name="White, Ethan" userId="7de1e874-1a20-4ee1-a446-e67d523179ac" providerId="ADAL" clId="{6B9EBA04-F502-40E6-89DD-CD1102772A3E}" dt="2025-12-01T23:36:49.377" v="1544" actId="1076"/>
          <ac:spMkLst>
            <pc:docMk/>
            <pc:sldMk cId="2986626732" sldId="357"/>
            <ac:spMk id="11" creationId="{2C843D9D-6878-C558-3FAD-5059DB58686E}"/>
          </ac:spMkLst>
        </pc:spChg>
        <pc:spChg chg="add mod">
          <ac:chgData name="White, Ethan" userId="7de1e874-1a20-4ee1-a446-e67d523179ac" providerId="ADAL" clId="{6B9EBA04-F502-40E6-89DD-CD1102772A3E}" dt="2025-12-01T23:39:24.036" v="1693" actId="14100"/>
          <ac:spMkLst>
            <pc:docMk/>
            <pc:sldMk cId="2986626732" sldId="357"/>
            <ac:spMk id="12" creationId="{267057D7-6588-A249-D610-EE51D2FF7933}"/>
          </ac:spMkLst>
        </pc:spChg>
        <pc:spChg chg="add mod">
          <ac:chgData name="White, Ethan" userId="7de1e874-1a20-4ee1-a446-e67d523179ac" providerId="ADAL" clId="{6B9EBA04-F502-40E6-89DD-CD1102772A3E}" dt="2025-12-01T23:46:45.650" v="1846" actId="20577"/>
          <ac:spMkLst>
            <pc:docMk/>
            <pc:sldMk cId="2986626732" sldId="357"/>
            <ac:spMk id="14" creationId="{80829996-9CF6-8748-57EA-EA749FCFF35B}"/>
          </ac:spMkLst>
        </pc:spChg>
        <pc:spChg chg="add mod">
          <ac:chgData name="White, Ethan" userId="7de1e874-1a20-4ee1-a446-e67d523179ac" providerId="ADAL" clId="{6B9EBA04-F502-40E6-89DD-CD1102772A3E}" dt="2025-12-01T23:40:36.225" v="1731" actId="14100"/>
          <ac:spMkLst>
            <pc:docMk/>
            <pc:sldMk cId="2986626732" sldId="357"/>
            <ac:spMk id="15" creationId="{FDB64F88-A050-8446-1542-37B091F46253}"/>
          </ac:spMkLst>
        </pc:spChg>
        <pc:spChg chg="add mod">
          <ac:chgData name="White, Ethan" userId="7de1e874-1a20-4ee1-a446-e67d523179ac" providerId="ADAL" clId="{6B9EBA04-F502-40E6-89DD-CD1102772A3E}" dt="2025-12-01T23:44:59.691" v="1839" actId="1076"/>
          <ac:spMkLst>
            <pc:docMk/>
            <pc:sldMk cId="2986626732" sldId="357"/>
            <ac:spMk id="16" creationId="{9C2B7AAC-27D4-34DC-099E-3414741AF7BF}"/>
          </ac:spMkLst>
        </pc:spChg>
        <pc:spChg chg="add mod">
          <ac:chgData name="White, Ethan" userId="7de1e874-1a20-4ee1-a446-e67d523179ac" providerId="ADAL" clId="{6B9EBA04-F502-40E6-89DD-CD1102772A3E}" dt="2025-12-01T23:44:39.386" v="1836" actId="14100"/>
          <ac:spMkLst>
            <pc:docMk/>
            <pc:sldMk cId="2986626732" sldId="357"/>
            <ac:spMk id="17" creationId="{D447F745-5009-5EC5-7368-8C0A0EC4A8D8}"/>
          </ac:spMkLst>
        </pc:spChg>
        <pc:spChg chg="add mod">
          <ac:chgData name="White, Ethan" userId="7de1e874-1a20-4ee1-a446-e67d523179ac" providerId="ADAL" clId="{6B9EBA04-F502-40E6-89DD-CD1102772A3E}" dt="2025-12-01T23:44:44.331" v="1837" actId="1076"/>
          <ac:spMkLst>
            <pc:docMk/>
            <pc:sldMk cId="2986626732" sldId="357"/>
            <ac:spMk id="18" creationId="{B814A465-D3AE-A0FE-4104-C273E920F96D}"/>
          </ac:spMkLst>
        </pc:spChg>
        <pc:spChg chg="add mod">
          <ac:chgData name="White, Ethan" userId="7de1e874-1a20-4ee1-a446-e67d523179ac" providerId="ADAL" clId="{6B9EBA04-F502-40E6-89DD-CD1102772A3E}" dt="2025-12-01T23:44:47.686" v="1838" actId="1076"/>
          <ac:spMkLst>
            <pc:docMk/>
            <pc:sldMk cId="2986626732" sldId="357"/>
            <ac:spMk id="19" creationId="{869ADB07-F593-C151-E5A5-22B30ED76178}"/>
          </ac:spMkLst>
        </pc:spChg>
      </pc:sldChg>
      <pc:sldChg chg="addSp modSp add mod">
        <pc:chgData name="White, Ethan" userId="7de1e874-1a20-4ee1-a446-e67d523179ac" providerId="ADAL" clId="{6B9EBA04-F502-40E6-89DD-CD1102772A3E}" dt="2025-12-02T16:52:55.648" v="2235" actId="20577"/>
        <pc:sldMkLst>
          <pc:docMk/>
          <pc:sldMk cId="638714535" sldId="367"/>
        </pc:sldMkLst>
        <pc:spChg chg="mod">
          <ac:chgData name="White, Ethan" userId="7de1e874-1a20-4ee1-a446-e67d523179ac" providerId="ADAL" clId="{6B9EBA04-F502-40E6-89DD-CD1102772A3E}" dt="2025-12-02T16:33:54.862" v="1967" actId="20577"/>
          <ac:spMkLst>
            <pc:docMk/>
            <pc:sldMk cId="638714535" sldId="367"/>
            <ac:spMk id="2" creationId="{1465D32B-2BCC-CC21-1074-7F51A1B5C1FB}"/>
          </ac:spMkLst>
        </pc:spChg>
        <pc:spChg chg="add mod">
          <ac:chgData name="White, Ethan" userId="7de1e874-1a20-4ee1-a446-e67d523179ac" providerId="ADAL" clId="{6B9EBA04-F502-40E6-89DD-CD1102772A3E}" dt="2025-12-02T16:52:55.648" v="2235" actId="20577"/>
          <ac:spMkLst>
            <pc:docMk/>
            <pc:sldMk cId="638714535" sldId="367"/>
            <ac:spMk id="3" creationId="{0194E32D-3CA6-5DC1-8E07-D0BA930C543F}"/>
          </ac:spMkLst>
        </pc:spChg>
      </pc:sldChg>
    </pc:docChg>
  </pc:docChgLst>
  <pc:docChgLst>
    <pc:chgData name="White, Ethan" userId="S::emw511@msstate.edu::7de1e874-1a20-4ee1-a446-e67d523179ac" providerId="AD" clId="Web-{D41B6CDD-1E08-4795-AAF9-4152A0543ED4}"/>
    <pc:docChg chg="modSld">
      <pc:chgData name="White, Ethan" userId="S::emw511@msstate.edu::7de1e874-1a20-4ee1-a446-e67d523179ac" providerId="AD" clId="Web-{D41B6CDD-1E08-4795-AAF9-4152A0543ED4}" dt="2025-12-01T18:11:18.991" v="1" actId="1076"/>
      <pc:docMkLst>
        <pc:docMk/>
      </pc:docMkLst>
      <pc:sldChg chg="modSp">
        <pc:chgData name="White, Ethan" userId="S::emw511@msstate.edu::7de1e874-1a20-4ee1-a446-e67d523179ac" providerId="AD" clId="Web-{D41B6CDD-1E08-4795-AAF9-4152A0543ED4}" dt="2025-12-01T18:11:18.991" v="1" actId="1076"/>
        <pc:sldMkLst>
          <pc:docMk/>
          <pc:sldMk cId="3931718109" sldId="281"/>
        </pc:sldMkLst>
        <pc:picChg chg="mod">
          <ac:chgData name="White, Ethan" userId="S::emw511@msstate.edu::7de1e874-1a20-4ee1-a446-e67d523179ac" providerId="AD" clId="Web-{D41B6CDD-1E08-4795-AAF9-4152A0543ED4}" dt="2025-12-01T18:11:18.991" v="1" actId="1076"/>
          <ac:picMkLst>
            <pc:docMk/>
            <pc:sldMk cId="3931718109" sldId="281"/>
            <ac:picMk id="14" creationId="{6F47CF38-2A8F-807C-670E-DD54380919E0}"/>
          </ac:picMkLst>
        </pc:picChg>
      </pc:sldChg>
    </pc:docChg>
  </pc:docChgLst>
  <pc:docChgLst>
    <pc:chgData name="Janes, Wesley" userId="3380da8e-dc6f-4ebb-8052-75c75d3b9c82" providerId="ADAL" clId="{0EE86DB0-C208-48B9-98DE-FA345E73ECF0}"/>
    <pc:docChg chg="modSld">
      <pc:chgData name="Janes, Wesley" userId="3380da8e-dc6f-4ebb-8052-75c75d3b9c82" providerId="ADAL" clId="{0EE86DB0-C208-48B9-98DE-FA345E73ECF0}" dt="2025-12-02T18:12:23.388" v="36" actId="1076"/>
      <pc:docMkLst>
        <pc:docMk/>
      </pc:docMkLst>
      <pc:sldChg chg="modSp mod">
        <pc:chgData name="Janes, Wesley" userId="3380da8e-dc6f-4ebb-8052-75c75d3b9c82" providerId="ADAL" clId="{0EE86DB0-C208-48B9-98DE-FA345E73ECF0}" dt="2025-12-02T18:11:47.584" v="9" actId="113"/>
        <pc:sldMkLst>
          <pc:docMk/>
          <pc:sldMk cId="2796299166" sldId="283"/>
        </pc:sldMkLst>
        <pc:spChg chg="mod">
          <ac:chgData name="Janes, Wesley" userId="3380da8e-dc6f-4ebb-8052-75c75d3b9c82" providerId="ADAL" clId="{0EE86DB0-C208-48B9-98DE-FA345E73ECF0}" dt="2025-12-02T18:07:21.546" v="0" actId="20577"/>
          <ac:spMkLst>
            <pc:docMk/>
            <pc:sldMk cId="2796299166" sldId="283"/>
            <ac:spMk id="3" creationId="{24113651-436E-3821-34E4-9AE55AFB6E3D}"/>
          </ac:spMkLst>
        </pc:spChg>
        <pc:spChg chg="mod">
          <ac:chgData name="Janes, Wesley" userId="3380da8e-dc6f-4ebb-8052-75c75d3b9c82" providerId="ADAL" clId="{0EE86DB0-C208-48B9-98DE-FA345E73ECF0}" dt="2025-12-02T18:11:47.584" v="9" actId="113"/>
          <ac:spMkLst>
            <pc:docMk/>
            <pc:sldMk cId="2796299166" sldId="283"/>
            <ac:spMk id="7" creationId="{0CA57710-8D8A-8613-F790-467691353CF3}"/>
          </ac:spMkLst>
        </pc:spChg>
        <pc:spChg chg="mod">
          <ac:chgData name="Janes, Wesley" userId="3380da8e-dc6f-4ebb-8052-75c75d3b9c82" providerId="ADAL" clId="{0EE86DB0-C208-48B9-98DE-FA345E73ECF0}" dt="2025-12-02T18:11:38.597" v="3" actId="113"/>
          <ac:spMkLst>
            <pc:docMk/>
            <pc:sldMk cId="2796299166" sldId="283"/>
            <ac:spMk id="11" creationId="{FD815AB6-5889-0A40-E39E-F1635CBD6B32}"/>
          </ac:spMkLst>
        </pc:spChg>
        <pc:spChg chg="mod">
          <ac:chgData name="Janes, Wesley" userId="3380da8e-dc6f-4ebb-8052-75c75d3b9c82" providerId="ADAL" clId="{0EE86DB0-C208-48B9-98DE-FA345E73ECF0}" dt="2025-12-02T18:11:40.038" v="4" actId="113"/>
          <ac:spMkLst>
            <pc:docMk/>
            <pc:sldMk cId="2796299166" sldId="283"/>
            <ac:spMk id="17" creationId="{680CEE3D-DFA0-68B8-BCE5-66C8677D9AD1}"/>
          </ac:spMkLst>
        </pc:spChg>
      </pc:sldChg>
      <pc:sldChg chg="modSp mod">
        <pc:chgData name="Janes, Wesley" userId="3380da8e-dc6f-4ebb-8052-75c75d3b9c82" providerId="ADAL" clId="{0EE86DB0-C208-48B9-98DE-FA345E73ECF0}" dt="2025-12-02T18:11:31.101" v="2" actId="113"/>
        <pc:sldMkLst>
          <pc:docMk/>
          <pc:sldMk cId="2856623776" sldId="284"/>
        </pc:sldMkLst>
        <pc:spChg chg="mod">
          <ac:chgData name="Janes, Wesley" userId="3380da8e-dc6f-4ebb-8052-75c75d3b9c82" providerId="ADAL" clId="{0EE86DB0-C208-48B9-98DE-FA345E73ECF0}" dt="2025-12-02T18:07:29.750" v="1" actId="20577"/>
          <ac:spMkLst>
            <pc:docMk/>
            <pc:sldMk cId="2856623776" sldId="284"/>
            <ac:spMk id="6" creationId="{7A3FC395-9C75-608F-D7C7-D82C9A856B5E}"/>
          </ac:spMkLst>
        </pc:spChg>
        <pc:spChg chg="mod">
          <ac:chgData name="Janes, Wesley" userId="3380da8e-dc6f-4ebb-8052-75c75d3b9c82" providerId="ADAL" clId="{0EE86DB0-C208-48B9-98DE-FA345E73ECF0}" dt="2025-12-02T18:11:31.101" v="2" actId="113"/>
          <ac:spMkLst>
            <pc:docMk/>
            <pc:sldMk cId="2856623776" sldId="284"/>
            <ac:spMk id="13" creationId="{E8C72E4B-F1E2-6E7D-DA3F-50C276FDFD74}"/>
          </ac:spMkLst>
        </pc:spChg>
      </pc:sldChg>
      <pc:sldChg chg="modSp mod">
        <pc:chgData name="Janes, Wesley" userId="3380da8e-dc6f-4ebb-8052-75c75d3b9c82" providerId="ADAL" clId="{0EE86DB0-C208-48B9-98DE-FA345E73ECF0}" dt="2025-12-02T18:12:23.388" v="36" actId="1076"/>
        <pc:sldMkLst>
          <pc:docMk/>
          <pc:sldMk cId="3422693972" sldId="355"/>
        </pc:sldMkLst>
        <pc:spChg chg="mod">
          <ac:chgData name="Janes, Wesley" userId="3380da8e-dc6f-4ebb-8052-75c75d3b9c82" providerId="ADAL" clId="{0EE86DB0-C208-48B9-98DE-FA345E73ECF0}" dt="2025-12-02T18:12:22.562" v="35" actId="14100"/>
          <ac:spMkLst>
            <pc:docMk/>
            <pc:sldMk cId="3422693972" sldId="355"/>
            <ac:spMk id="5" creationId="{E69AF9B0-0EB9-71F8-4CBA-E3B297AF24EA}"/>
          </ac:spMkLst>
        </pc:spChg>
        <pc:spChg chg="mod">
          <ac:chgData name="Janes, Wesley" userId="3380da8e-dc6f-4ebb-8052-75c75d3b9c82" providerId="ADAL" clId="{0EE86DB0-C208-48B9-98DE-FA345E73ECF0}" dt="2025-12-02T18:12:23.388" v="36" actId="1076"/>
          <ac:spMkLst>
            <pc:docMk/>
            <pc:sldMk cId="3422693972" sldId="355"/>
            <ac:spMk id="14" creationId="{0541BFFF-F856-C933-CFFB-F15C62DFD1AF}"/>
          </ac:spMkLst>
        </pc:spChg>
      </pc:sldChg>
    </pc:docChg>
  </pc:docChgLst>
  <pc:docChgLst>
    <pc:chgData name="Janes, Wesley" userId="S::wcj97@msstate.edu::3380da8e-dc6f-4ebb-8052-75c75d3b9c82" providerId="AD" clId="Web-{AA179B5C-2338-18D8-97D5-37FF78831E34}"/>
    <pc:docChg chg="modSld">
      <pc:chgData name="Janes, Wesley" userId="S::wcj97@msstate.edu::3380da8e-dc6f-4ebb-8052-75c75d3b9c82" providerId="AD" clId="Web-{AA179B5C-2338-18D8-97D5-37FF78831E34}" dt="2025-12-01T02:23:37.266" v="55" actId="20577"/>
      <pc:docMkLst>
        <pc:docMk/>
      </pc:docMkLst>
      <pc:sldChg chg="modSp">
        <pc:chgData name="Janes, Wesley" userId="S::wcj97@msstate.edu::3380da8e-dc6f-4ebb-8052-75c75d3b9c82" providerId="AD" clId="Web-{AA179B5C-2338-18D8-97D5-37FF78831E34}" dt="2025-12-01T02:23:37.266" v="55" actId="20577"/>
        <pc:sldMkLst>
          <pc:docMk/>
          <pc:sldMk cId="2149893323" sldId="270"/>
        </pc:sldMkLst>
        <pc:spChg chg="mod">
          <ac:chgData name="Janes, Wesley" userId="S::wcj97@msstate.edu::3380da8e-dc6f-4ebb-8052-75c75d3b9c82" providerId="AD" clId="Web-{AA179B5C-2338-18D8-97D5-37FF78831E34}" dt="2025-12-01T02:23:37.266" v="55" actId="20577"/>
          <ac:spMkLst>
            <pc:docMk/>
            <pc:sldMk cId="2149893323" sldId="270"/>
            <ac:spMk id="2" creationId="{E9A3F3C1-B269-9712-482B-AADF360C38BB}"/>
          </ac:spMkLst>
        </pc:spChg>
        <pc:picChg chg="mod">
          <ac:chgData name="Janes, Wesley" userId="S::wcj97@msstate.edu::3380da8e-dc6f-4ebb-8052-75c75d3b9c82" providerId="AD" clId="Web-{AA179B5C-2338-18D8-97D5-37FF78831E34}" dt="2025-12-01T02:23:31.485" v="54" actId="1076"/>
          <ac:picMkLst>
            <pc:docMk/>
            <pc:sldMk cId="2149893323" sldId="270"/>
            <ac:picMk id="6" creationId="{CCF070AA-AE70-B08B-6543-F12E9195B1B9}"/>
          </ac:picMkLst>
        </pc:picChg>
      </pc:sldChg>
      <pc:sldChg chg="modSp">
        <pc:chgData name="Janes, Wesley" userId="S::wcj97@msstate.edu::3380da8e-dc6f-4ebb-8052-75c75d3b9c82" providerId="AD" clId="Web-{AA179B5C-2338-18D8-97D5-37FF78831E34}" dt="2025-12-01T02:23:03.547" v="44" actId="20577"/>
        <pc:sldMkLst>
          <pc:docMk/>
          <pc:sldMk cId="2796299166" sldId="283"/>
        </pc:sldMkLst>
        <pc:spChg chg="mod">
          <ac:chgData name="Janes, Wesley" userId="S::wcj97@msstate.edu::3380da8e-dc6f-4ebb-8052-75c75d3b9c82" providerId="AD" clId="Web-{AA179B5C-2338-18D8-97D5-37FF78831E34}" dt="2025-12-01T02:23:03.547" v="44" actId="20577"/>
          <ac:spMkLst>
            <pc:docMk/>
            <pc:sldMk cId="2796299166" sldId="283"/>
            <ac:spMk id="2" creationId="{A823CF6B-D3E9-82B0-4AA9-8C2D2C0FF010}"/>
          </ac:spMkLst>
        </pc:spChg>
      </pc:sldChg>
      <pc:sldChg chg="modSp">
        <pc:chgData name="Janes, Wesley" userId="S::wcj97@msstate.edu::3380da8e-dc6f-4ebb-8052-75c75d3b9c82" providerId="AD" clId="Web-{AA179B5C-2338-18D8-97D5-37FF78831E34}" dt="2025-12-01T02:23:08.937" v="47" actId="20577"/>
        <pc:sldMkLst>
          <pc:docMk/>
          <pc:sldMk cId="2856623776" sldId="284"/>
        </pc:sldMkLst>
        <pc:spChg chg="mod">
          <ac:chgData name="Janes, Wesley" userId="S::wcj97@msstate.edu::3380da8e-dc6f-4ebb-8052-75c75d3b9c82" providerId="AD" clId="Web-{AA179B5C-2338-18D8-97D5-37FF78831E34}" dt="2025-12-01T02:23:08.937" v="47" actId="20577"/>
          <ac:spMkLst>
            <pc:docMk/>
            <pc:sldMk cId="2856623776" sldId="284"/>
            <ac:spMk id="2" creationId="{90CB1522-668B-64B9-5251-742C81745A78}"/>
          </ac:spMkLst>
        </pc:spChg>
      </pc:sldChg>
      <pc:sldChg chg="addSp modSp">
        <pc:chgData name="Janes, Wesley" userId="S::wcj97@msstate.edu::3380da8e-dc6f-4ebb-8052-75c75d3b9c82" providerId="AD" clId="Web-{AA179B5C-2338-18D8-97D5-37FF78831E34}" dt="2025-12-01T02:08:08.456" v="38" actId="20577"/>
        <pc:sldMkLst>
          <pc:docMk/>
          <pc:sldMk cId="3120709307" sldId="285"/>
        </pc:sldMkLst>
        <pc:spChg chg="mod">
          <ac:chgData name="Janes, Wesley" userId="S::wcj97@msstate.edu::3380da8e-dc6f-4ebb-8052-75c75d3b9c82" providerId="AD" clId="Web-{AA179B5C-2338-18D8-97D5-37FF78831E34}" dt="2025-12-01T02:06:50.486" v="3" actId="20577"/>
          <ac:spMkLst>
            <pc:docMk/>
            <pc:sldMk cId="3120709307" sldId="285"/>
            <ac:spMk id="2" creationId="{ED87FE61-2E0F-3EE3-C268-D1DE75CC0681}"/>
          </ac:spMkLst>
        </pc:spChg>
      </pc:sldChg>
    </pc:docChg>
  </pc:docChgLst>
  <pc:docChgLst>
    <pc:chgData name="Tankersley, Lonnie" userId="S::lmt413@msstate.edu::1d46964f-25f2-47ef-9833-509451058636" providerId="AD" clId="Web-{DCCA4912-07B9-9E47-AE3B-E3B7750A6BA7}"/>
    <pc:docChg chg="modSld">
      <pc:chgData name="Tankersley, Lonnie" userId="S::lmt413@msstate.edu::1d46964f-25f2-47ef-9833-509451058636" providerId="AD" clId="Web-{DCCA4912-07B9-9E47-AE3B-E3B7750A6BA7}" dt="2025-12-02T19:27:02.977" v="42" actId="20577"/>
      <pc:docMkLst>
        <pc:docMk/>
      </pc:docMkLst>
      <pc:sldChg chg="delSp modSp">
        <pc:chgData name="Tankersley, Lonnie" userId="S::lmt413@msstate.edu::1d46964f-25f2-47ef-9833-509451058636" providerId="AD" clId="Web-{DCCA4912-07B9-9E47-AE3B-E3B7750A6BA7}" dt="2025-12-02T19:27:02.977" v="42" actId="20577"/>
        <pc:sldMkLst>
          <pc:docMk/>
          <pc:sldMk cId="77096818" sldId="277"/>
        </pc:sldMkLst>
        <pc:spChg chg="mod">
          <ac:chgData name="Tankersley, Lonnie" userId="S::lmt413@msstate.edu::1d46964f-25f2-47ef-9833-509451058636" providerId="AD" clId="Web-{DCCA4912-07B9-9E47-AE3B-E3B7750A6BA7}" dt="2025-12-02T19:27:02.977" v="42" actId="20577"/>
          <ac:spMkLst>
            <pc:docMk/>
            <pc:sldMk cId="77096818" sldId="277"/>
            <ac:spMk id="3" creationId="{39B64E4C-4CCB-EB95-24B1-98E4510AE95E}"/>
          </ac:spMkLst>
        </pc:spChg>
      </pc:sldChg>
      <pc:sldChg chg="addSp modSp">
        <pc:chgData name="Tankersley, Lonnie" userId="S::lmt413@msstate.edu::1d46964f-25f2-47ef-9833-509451058636" providerId="AD" clId="Web-{DCCA4912-07B9-9E47-AE3B-E3B7750A6BA7}" dt="2025-12-02T19:26:09.835" v="14" actId="20577"/>
        <pc:sldMkLst>
          <pc:docMk/>
          <pc:sldMk cId="8939365" sldId="369"/>
        </pc:sldMkLst>
        <pc:spChg chg="add mod">
          <ac:chgData name="Tankersley, Lonnie" userId="S::lmt413@msstate.edu::1d46964f-25f2-47ef-9833-509451058636" providerId="AD" clId="Web-{DCCA4912-07B9-9E47-AE3B-E3B7750A6BA7}" dt="2025-12-02T19:26:09.835" v="14" actId="20577"/>
          <ac:spMkLst>
            <pc:docMk/>
            <pc:sldMk cId="8939365" sldId="369"/>
            <ac:spMk id="5" creationId="{EE6A7256-0F73-2138-4155-4EA63B373B0F}"/>
          </ac:spMkLst>
        </pc:spChg>
      </pc:sldChg>
    </pc:docChg>
  </pc:docChgLst>
  <pc:docChgLst>
    <pc:chgData name="Tankersley, Lonnie" userId="S::lmt413@msstate.edu::1d46964f-25f2-47ef-9833-509451058636" providerId="AD" clId="Web-{9239E664-1E76-A351-89F2-8CC29B15BFAA}"/>
    <pc:docChg chg="modSld">
      <pc:chgData name="Tankersley, Lonnie" userId="S::lmt413@msstate.edu::1d46964f-25f2-47ef-9833-509451058636" providerId="AD" clId="Web-{9239E664-1E76-A351-89F2-8CC29B15BFAA}" dt="2025-12-02T20:01:54.867" v="10" actId="20577"/>
      <pc:docMkLst>
        <pc:docMk/>
      </pc:docMkLst>
      <pc:sldChg chg="modSp">
        <pc:chgData name="Tankersley, Lonnie" userId="S::lmt413@msstate.edu::1d46964f-25f2-47ef-9833-509451058636" providerId="AD" clId="Web-{9239E664-1E76-A351-89F2-8CC29B15BFAA}" dt="2025-12-02T20:01:54.867" v="10" actId="20577"/>
        <pc:sldMkLst>
          <pc:docMk/>
          <pc:sldMk cId="521370906" sldId="366"/>
        </pc:sldMkLst>
        <pc:spChg chg="mod">
          <ac:chgData name="Tankersley, Lonnie" userId="S::lmt413@msstate.edu::1d46964f-25f2-47ef-9833-509451058636" providerId="AD" clId="Web-{9239E664-1E76-A351-89F2-8CC29B15BFAA}" dt="2025-12-02T20:01:54.867" v="10" actId="20577"/>
          <ac:spMkLst>
            <pc:docMk/>
            <pc:sldMk cId="521370906" sldId="366"/>
            <ac:spMk id="9" creationId="{0EF732F4-3027-370D-7702-11AB8F7A4B9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E1A567-1C5C-49D2-8708-27D8E7FD647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FCBF6E-0458-4401-B4F1-BABBB2FC9D20}">
      <dgm:prSet phldrT="[Text]" phldr="0" custT="1"/>
      <dgm:spPr>
        <a:ln w="38100"/>
      </dgm:spPr>
      <dgm:t>
        <a:bodyPr/>
        <a:lstStyle/>
        <a:p>
          <a:r>
            <a:rPr lang="en-US" sz="1800" b="1"/>
            <a:t>Mission</a:t>
          </a:r>
          <a:endParaRPr lang="en-US" sz="2000" b="1"/>
        </a:p>
      </dgm:t>
    </dgm:pt>
    <dgm:pt modelId="{4C870325-A264-41FC-912B-22EEDE09CB86}" type="parTrans" cxnId="{DF918C67-B10B-40C8-BBE2-99315002874B}">
      <dgm:prSet/>
      <dgm:spPr/>
      <dgm:t>
        <a:bodyPr/>
        <a:lstStyle/>
        <a:p>
          <a:endParaRPr lang="en-US"/>
        </a:p>
      </dgm:t>
    </dgm:pt>
    <dgm:pt modelId="{0D91F17B-17D8-410E-B3E5-2012E52967F6}" type="sibTrans" cxnId="{DF918C67-B10B-40C8-BBE2-99315002874B}">
      <dgm:prSet/>
      <dgm:spPr/>
      <dgm:t>
        <a:bodyPr/>
        <a:lstStyle/>
        <a:p>
          <a:endParaRPr lang="en-US"/>
        </a:p>
      </dgm:t>
    </dgm:pt>
    <dgm:pt modelId="{6BF5B9BD-E53E-4C35-AAB5-BDB9AE453478}">
      <dgm:prSet phldrT="[Text]" phldr="0" custT="1"/>
      <dgm:spPr/>
      <dgm:t>
        <a:bodyPr/>
        <a:lstStyle/>
        <a:p>
          <a:r>
            <a:rPr lang="en-US" sz="1600" b="1"/>
            <a:t>Develop an aircraft capable of sustained hypersonic flight</a:t>
          </a:r>
        </a:p>
      </dgm:t>
    </dgm:pt>
    <dgm:pt modelId="{547EDE2C-855D-450E-9AA7-8D9C767AE3B7}" type="parTrans" cxnId="{D2C06112-2750-45A1-BF94-ACB8F5AAC6D2}">
      <dgm:prSet/>
      <dgm:spPr/>
      <dgm:t>
        <a:bodyPr/>
        <a:lstStyle/>
        <a:p>
          <a:endParaRPr lang="en-US"/>
        </a:p>
      </dgm:t>
    </dgm:pt>
    <dgm:pt modelId="{6A9879FA-7B27-40AD-85BB-5F265407A815}" type="sibTrans" cxnId="{D2C06112-2750-45A1-BF94-ACB8F5AAC6D2}">
      <dgm:prSet/>
      <dgm:spPr/>
      <dgm:t>
        <a:bodyPr/>
        <a:lstStyle/>
        <a:p>
          <a:endParaRPr lang="en-US"/>
        </a:p>
      </dgm:t>
    </dgm:pt>
    <dgm:pt modelId="{242419A8-30EE-46C1-9099-3FE560D67E39}">
      <dgm:prSet phldrT="[Text]" phldr="0" custT="1"/>
      <dgm:spPr>
        <a:ln w="38100"/>
      </dgm:spPr>
      <dgm:t>
        <a:bodyPr/>
        <a:lstStyle/>
        <a:p>
          <a:r>
            <a:rPr lang="en-US" sz="1600" b="1"/>
            <a:t>Concept Exploration</a:t>
          </a:r>
        </a:p>
      </dgm:t>
    </dgm:pt>
    <dgm:pt modelId="{5CF7A58C-D09B-4B83-A50D-4E9F2CF859EE}" type="parTrans" cxnId="{00C006F9-A76A-42E4-B34D-13BFE6D6BC51}">
      <dgm:prSet/>
      <dgm:spPr/>
      <dgm:t>
        <a:bodyPr/>
        <a:lstStyle/>
        <a:p>
          <a:endParaRPr lang="en-US"/>
        </a:p>
      </dgm:t>
    </dgm:pt>
    <dgm:pt modelId="{17803C84-91ED-4E19-AFF4-C8300AB9A597}" type="sibTrans" cxnId="{00C006F9-A76A-42E4-B34D-13BFE6D6BC51}">
      <dgm:prSet/>
      <dgm:spPr/>
      <dgm:t>
        <a:bodyPr/>
        <a:lstStyle/>
        <a:p>
          <a:endParaRPr lang="en-US"/>
        </a:p>
      </dgm:t>
    </dgm:pt>
    <dgm:pt modelId="{D278F6C2-B886-4795-B807-233CC17608AD}">
      <dgm:prSet phldrT="[Text]" phldr="0" custT="1"/>
      <dgm:spPr/>
      <dgm:t>
        <a:bodyPr/>
        <a:lstStyle/>
        <a:p>
          <a:r>
            <a:rPr lang="en-US" sz="1600" b="1"/>
            <a:t>Identify thermal protection as a key design challenge due to high heating rates</a:t>
          </a:r>
        </a:p>
      </dgm:t>
    </dgm:pt>
    <dgm:pt modelId="{C3EEFC6D-405E-4C3F-8E88-90826DD99214}" type="parTrans" cxnId="{5BC0CBBE-7E55-42A1-AC0C-38C1B85DA1F2}">
      <dgm:prSet/>
      <dgm:spPr/>
      <dgm:t>
        <a:bodyPr/>
        <a:lstStyle/>
        <a:p>
          <a:endParaRPr lang="en-US"/>
        </a:p>
      </dgm:t>
    </dgm:pt>
    <dgm:pt modelId="{96016799-496E-4C6C-8FAC-B0D53DEF66FD}" type="sibTrans" cxnId="{5BC0CBBE-7E55-42A1-AC0C-38C1B85DA1F2}">
      <dgm:prSet/>
      <dgm:spPr/>
      <dgm:t>
        <a:bodyPr/>
        <a:lstStyle/>
        <a:p>
          <a:endParaRPr lang="en-US"/>
        </a:p>
      </dgm:t>
    </dgm:pt>
    <dgm:pt modelId="{CA2D8C14-C07C-4A71-A049-9ADDFC03CD56}">
      <dgm:prSet phldrT="[Text]" phldr="0" custT="1"/>
      <dgm:spPr>
        <a:ln w="38100"/>
      </dgm:spPr>
      <dgm:t>
        <a:bodyPr/>
        <a:lstStyle/>
        <a:p>
          <a:r>
            <a:rPr lang="en-US" sz="1600" b="1"/>
            <a:t>System Requirements</a:t>
          </a:r>
        </a:p>
      </dgm:t>
    </dgm:pt>
    <dgm:pt modelId="{CDA213A3-9A16-4DCF-9B94-4FF5D8A16A6B}" type="parTrans" cxnId="{CB5FD5F8-EB7A-4E9F-9840-47446F8EA860}">
      <dgm:prSet/>
      <dgm:spPr/>
      <dgm:t>
        <a:bodyPr/>
        <a:lstStyle/>
        <a:p>
          <a:endParaRPr lang="en-US"/>
        </a:p>
      </dgm:t>
    </dgm:pt>
    <dgm:pt modelId="{DAB63DB6-99BA-4804-9FA6-D76018AB561B}" type="sibTrans" cxnId="{CB5FD5F8-EB7A-4E9F-9840-47446F8EA860}">
      <dgm:prSet/>
      <dgm:spPr/>
      <dgm:t>
        <a:bodyPr/>
        <a:lstStyle/>
        <a:p>
          <a:endParaRPr lang="en-US"/>
        </a:p>
      </dgm:t>
    </dgm:pt>
    <dgm:pt modelId="{29A774C3-1A15-4914-A354-987FD3923486}">
      <dgm:prSet phldrT="[Text]" phldr="0" custT="1"/>
      <dgm:spPr/>
      <dgm:t>
        <a:bodyPr/>
        <a:lstStyle/>
        <a:p>
          <a:r>
            <a:rPr lang="en-US" sz="1600" b="1"/>
            <a:t>Reduce heating rates from 120BTU/ft</a:t>
          </a:r>
          <a:r>
            <a:rPr lang="en-US" sz="1600" b="1" baseline="30000"/>
            <a:t>2</a:t>
          </a:r>
          <a:r>
            <a:rPr lang="en-US" sz="1600" b="1"/>
            <a:t>/s to 30BTU/ft</a:t>
          </a:r>
          <a:r>
            <a:rPr lang="en-US" sz="1600" b="1" baseline="30000"/>
            <a:t>2</a:t>
          </a:r>
          <a:r>
            <a:rPr lang="en-US" sz="1600" b="1"/>
            <a:t>/s​ and skin temperatures from 2,400ºF to 1,200ºF [1]</a:t>
          </a:r>
        </a:p>
      </dgm:t>
    </dgm:pt>
    <dgm:pt modelId="{C8BF0C1E-CFB0-4AC2-91F9-C01B8F0EC71C}" type="parTrans" cxnId="{8161A823-34E0-44AE-9BFD-42528CEFFCE2}">
      <dgm:prSet/>
      <dgm:spPr/>
      <dgm:t>
        <a:bodyPr/>
        <a:lstStyle/>
        <a:p>
          <a:endParaRPr lang="en-US"/>
        </a:p>
      </dgm:t>
    </dgm:pt>
    <dgm:pt modelId="{8011BDB6-5FD6-4AE0-BAAC-287F53C661F9}" type="sibTrans" cxnId="{8161A823-34E0-44AE-9BFD-42528CEFFCE2}">
      <dgm:prSet/>
      <dgm:spPr/>
      <dgm:t>
        <a:bodyPr/>
        <a:lstStyle/>
        <a:p>
          <a:endParaRPr lang="en-US"/>
        </a:p>
      </dgm:t>
    </dgm:pt>
    <dgm:pt modelId="{0539E47B-C489-4DB0-B280-E2ED18E4FB67}">
      <dgm:prSet phldrT="[Text]" phldr="0" custT="1"/>
      <dgm:spPr/>
      <dgm:t>
        <a:bodyPr/>
        <a:lstStyle/>
        <a:p>
          <a:r>
            <a:rPr lang="en-US" sz="1600" b="1"/>
            <a:t>Implement a thermal ablative coating system to achieve target heating reduction</a:t>
          </a:r>
        </a:p>
      </dgm:t>
    </dgm:pt>
    <dgm:pt modelId="{F3F24D34-AC37-4049-BFCE-1C15FBD77F34}" type="parTrans" cxnId="{D808E762-AB2C-4C7B-8C6C-3BEBDF007ADC}">
      <dgm:prSet/>
      <dgm:spPr/>
      <dgm:t>
        <a:bodyPr/>
        <a:lstStyle/>
        <a:p>
          <a:endParaRPr lang="en-US"/>
        </a:p>
      </dgm:t>
    </dgm:pt>
    <dgm:pt modelId="{9146F0B4-0016-4202-B86B-2CBAD9849E0A}" type="sibTrans" cxnId="{D808E762-AB2C-4C7B-8C6C-3BEBDF007ADC}">
      <dgm:prSet/>
      <dgm:spPr/>
      <dgm:t>
        <a:bodyPr/>
        <a:lstStyle/>
        <a:p>
          <a:endParaRPr lang="en-US"/>
        </a:p>
      </dgm:t>
    </dgm:pt>
    <dgm:pt modelId="{54127D33-FCDC-4FAE-AC5B-4D4B46C4729A}">
      <dgm:prSet phldrT="[Text]" phldr="0" custT="1"/>
      <dgm:spPr>
        <a:ln w="38100"/>
      </dgm:spPr>
      <dgm:t>
        <a:bodyPr/>
        <a:lstStyle/>
        <a:p>
          <a:r>
            <a:rPr lang="en-US" sz="1600" b="1" i="0"/>
            <a:t>Higher-Level Design</a:t>
          </a:r>
        </a:p>
      </dgm:t>
    </dgm:pt>
    <dgm:pt modelId="{81C92514-44D4-404B-8AC4-73F056564A97}" type="parTrans" cxnId="{0575AED7-9984-401A-83BB-FAE20C0E576B}">
      <dgm:prSet/>
      <dgm:spPr/>
      <dgm:t>
        <a:bodyPr/>
        <a:lstStyle/>
        <a:p>
          <a:endParaRPr lang="en-US"/>
        </a:p>
      </dgm:t>
    </dgm:pt>
    <dgm:pt modelId="{9340F222-D2FB-4702-9302-E721BE88DF2B}" type="sibTrans" cxnId="{0575AED7-9984-401A-83BB-FAE20C0E576B}">
      <dgm:prSet/>
      <dgm:spPr/>
      <dgm:t>
        <a:bodyPr/>
        <a:lstStyle/>
        <a:p>
          <a:endParaRPr lang="en-US"/>
        </a:p>
      </dgm:t>
    </dgm:pt>
    <dgm:pt modelId="{75465BB5-F411-4750-97A4-D3E5D4E5668D}" type="pres">
      <dgm:prSet presAssocID="{B0E1A567-1C5C-49D2-8708-27D8E7FD6478}" presName="rootnode" presStyleCnt="0">
        <dgm:presLayoutVars>
          <dgm:chMax/>
          <dgm:chPref/>
          <dgm:dir/>
          <dgm:animLvl val="lvl"/>
        </dgm:presLayoutVars>
      </dgm:prSet>
      <dgm:spPr/>
    </dgm:pt>
    <dgm:pt modelId="{3DBD8BCC-2974-4D1E-8C81-E20AFF9950D7}" type="pres">
      <dgm:prSet presAssocID="{19FCBF6E-0458-4401-B4F1-BABBB2FC9D20}" presName="composite" presStyleCnt="0"/>
      <dgm:spPr/>
    </dgm:pt>
    <dgm:pt modelId="{A5C3D842-47DC-461D-A01E-A961D96FC746}" type="pres">
      <dgm:prSet presAssocID="{19FCBF6E-0458-4401-B4F1-BABBB2FC9D20}" presName="bentUpArrow1" presStyleLbl="alignImgPlace1" presStyleIdx="0" presStyleCnt="3"/>
      <dgm:spPr>
        <a:ln w="19050"/>
      </dgm:spPr>
    </dgm:pt>
    <dgm:pt modelId="{7EC9B320-14F2-41B5-868C-23E4635A4DA5}" type="pres">
      <dgm:prSet presAssocID="{19FCBF6E-0458-4401-B4F1-BABBB2FC9D20}" presName="ParentText" presStyleLbl="node1" presStyleIdx="0" presStyleCnt="4" custScaleX="126480">
        <dgm:presLayoutVars>
          <dgm:chMax val="1"/>
          <dgm:chPref val="1"/>
          <dgm:bulletEnabled val="1"/>
        </dgm:presLayoutVars>
      </dgm:prSet>
      <dgm:spPr/>
    </dgm:pt>
    <dgm:pt modelId="{CA02FE72-FDD6-48D1-9BD3-1C66DA2A2E3A}" type="pres">
      <dgm:prSet presAssocID="{19FCBF6E-0458-4401-B4F1-BABBB2FC9D20}" presName="ChildText" presStyleLbl="revTx" presStyleIdx="0" presStyleCnt="4" custScaleX="254534" custLinFactNeighborX="94972" custLinFactNeighborY="-4707">
        <dgm:presLayoutVars>
          <dgm:chMax val="0"/>
          <dgm:chPref val="0"/>
          <dgm:bulletEnabled val="1"/>
        </dgm:presLayoutVars>
      </dgm:prSet>
      <dgm:spPr/>
    </dgm:pt>
    <dgm:pt modelId="{27B4E591-02EC-43F1-AADE-FD8B5194489E}" type="pres">
      <dgm:prSet presAssocID="{0D91F17B-17D8-410E-B3E5-2012E52967F6}" presName="sibTrans" presStyleCnt="0"/>
      <dgm:spPr/>
    </dgm:pt>
    <dgm:pt modelId="{350239F4-6EF1-40D3-B731-CB8A6B97244B}" type="pres">
      <dgm:prSet presAssocID="{242419A8-30EE-46C1-9099-3FE560D67E39}" presName="composite" presStyleCnt="0"/>
      <dgm:spPr/>
    </dgm:pt>
    <dgm:pt modelId="{EB1A330D-DCB4-4E7B-B149-0D48AEB569D0}" type="pres">
      <dgm:prSet presAssocID="{242419A8-30EE-46C1-9099-3FE560D67E39}" presName="bentUpArrow1" presStyleLbl="alignImgPlace1" presStyleIdx="1" presStyleCnt="3"/>
      <dgm:spPr>
        <a:ln w="19050"/>
      </dgm:spPr>
    </dgm:pt>
    <dgm:pt modelId="{0512406B-8F31-47C3-A7A7-59C5AF939E44}" type="pres">
      <dgm:prSet presAssocID="{242419A8-30EE-46C1-9099-3FE560D67E39}" presName="ParentText" presStyleLbl="node1" presStyleIdx="1" presStyleCnt="4" custScaleX="121761">
        <dgm:presLayoutVars>
          <dgm:chMax val="1"/>
          <dgm:chPref val="1"/>
          <dgm:bulletEnabled val="1"/>
        </dgm:presLayoutVars>
      </dgm:prSet>
      <dgm:spPr/>
    </dgm:pt>
    <dgm:pt modelId="{EF811E98-8C30-4963-9BD0-4A71EBCFB538}" type="pres">
      <dgm:prSet presAssocID="{242419A8-30EE-46C1-9099-3FE560D67E39}" presName="ChildText" presStyleLbl="revTx" presStyleIdx="1" presStyleCnt="4" custScaleX="280515" custLinFactX="3267" custLinFactNeighborX="100000" custLinFactNeighborY="-2926">
        <dgm:presLayoutVars>
          <dgm:chMax val="0"/>
          <dgm:chPref val="0"/>
          <dgm:bulletEnabled val="1"/>
        </dgm:presLayoutVars>
      </dgm:prSet>
      <dgm:spPr/>
    </dgm:pt>
    <dgm:pt modelId="{03AC1213-2C11-4F47-95F5-9BF35618C96D}" type="pres">
      <dgm:prSet presAssocID="{17803C84-91ED-4E19-AFF4-C8300AB9A597}" presName="sibTrans" presStyleCnt="0"/>
      <dgm:spPr/>
    </dgm:pt>
    <dgm:pt modelId="{6D38E78A-32A3-4650-87F1-82D7F5D310BE}" type="pres">
      <dgm:prSet presAssocID="{CA2D8C14-C07C-4A71-A049-9ADDFC03CD56}" presName="composite" presStyleCnt="0"/>
      <dgm:spPr/>
    </dgm:pt>
    <dgm:pt modelId="{0CF09E1E-0E44-4BDB-BC4F-E2E97A0D4C51}" type="pres">
      <dgm:prSet presAssocID="{CA2D8C14-C07C-4A71-A049-9ADDFC03CD56}" presName="bentUpArrow1" presStyleLbl="alignImgPlace1" presStyleIdx="2" presStyleCnt="3"/>
      <dgm:spPr>
        <a:ln w="19050"/>
      </dgm:spPr>
    </dgm:pt>
    <dgm:pt modelId="{4CC52E35-018F-417E-BD14-BBB37F066659}" type="pres">
      <dgm:prSet presAssocID="{CA2D8C14-C07C-4A71-A049-9ADDFC03CD56}" presName="ParentText" presStyleLbl="node1" presStyleIdx="2" presStyleCnt="4" custScaleX="139050">
        <dgm:presLayoutVars>
          <dgm:chMax val="1"/>
          <dgm:chPref val="1"/>
          <dgm:bulletEnabled val="1"/>
        </dgm:presLayoutVars>
      </dgm:prSet>
      <dgm:spPr/>
    </dgm:pt>
    <dgm:pt modelId="{D8A58CB2-02F0-495A-982A-5085FB3BA72E}" type="pres">
      <dgm:prSet presAssocID="{CA2D8C14-C07C-4A71-A049-9ADDFC03CD56}" presName="ChildText" presStyleLbl="revTx" presStyleIdx="2" presStyleCnt="4" custScaleX="365627" custLinFactX="58025" custLinFactNeighborX="100000" custLinFactNeighborY="2874">
        <dgm:presLayoutVars>
          <dgm:chMax val="0"/>
          <dgm:chPref val="0"/>
          <dgm:bulletEnabled val="1"/>
        </dgm:presLayoutVars>
      </dgm:prSet>
      <dgm:spPr/>
    </dgm:pt>
    <dgm:pt modelId="{B990EB61-9D1A-4487-BF37-D5B4C7A8C0DE}" type="pres">
      <dgm:prSet presAssocID="{DAB63DB6-99BA-4804-9FA6-D76018AB561B}" presName="sibTrans" presStyleCnt="0"/>
      <dgm:spPr/>
    </dgm:pt>
    <dgm:pt modelId="{ECBCDB4B-351E-4CFB-AD50-9BE954BFF4C9}" type="pres">
      <dgm:prSet presAssocID="{54127D33-FCDC-4FAE-AC5B-4D4B46C4729A}" presName="composite" presStyleCnt="0"/>
      <dgm:spPr/>
    </dgm:pt>
    <dgm:pt modelId="{259BC91F-8ECC-4D0D-8154-9BC768393CA8}" type="pres">
      <dgm:prSet presAssocID="{54127D33-FCDC-4FAE-AC5B-4D4B46C4729A}" presName="ParentText" presStyleLbl="node1" presStyleIdx="3" presStyleCnt="4" custScaleX="134330">
        <dgm:presLayoutVars>
          <dgm:chMax val="1"/>
          <dgm:chPref val="1"/>
          <dgm:bulletEnabled val="1"/>
        </dgm:presLayoutVars>
      </dgm:prSet>
      <dgm:spPr/>
    </dgm:pt>
    <dgm:pt modelId="{C15E088A-6E55-4365-942B-748E50848738}" type="pres">
      <dgm:prSet presAssocID="{54127D33-FCDC-4FAE-AC5B-4D4B46C4729A}" presName="FinalChildText" presStyleLbl="revTx" presStyleIdx="3" presStyleCnt="4" custScaleX="296719" custLinFactX="21578" custLinFactNeighborX="100000" custLinFactNeighborY="1914">
        <dgm:presLayoutVars>
          <dgm:chMax val="0"/>
          <dgm:chPref val="0"/>
          <dgm:bulletEnabled val="1"/>
        </dgm:presLayoutVars>
      </dgm:prSet>
      <dgm:spPr/>
    </dgm:pt>
  </dgm:ptLst>
  <dgm:cxnLst>
    <dgm:cxn modelId="{F70FB80A-54AA-4BAE-A797-198033ED4E23}" type="presOf" srcId="{B0E1A567-1C5C-49D2-8708-27D8E7FD6478}" destId="{75465BB5-F411-4750-97A4-D3E5D4E5668D}" srcOrd="0" destOrd="0" presId="urn:microsoft.com/office/officeart/2005/8/layout/StepDownProcess"/>
    <dgm:cxn modelId="{D2C06112-2750-45A1-BF94-ACB8F5AAC6D2}" srcId="{19FCBF6E-0458-4401-B4F1-BABBB2FC9D20}" destId="{6BF5B9BD-E53E-4C35-AAB5-BDB9AE453478}" srcOrd="0" destOrd="0" parTransId="{547EDE2C-855D-450E-9AA7-8D9C767AE3B7}" sibTransId="{6A9879FA-7B27-40AD-85BB-5F265407A815}"/>
    <dgm:cxn modelId="{8161A823-34E0-44AE-9BFD-42528CEFFCE2}" srcId="{CA2D8C14-C07C-4A71-A049-9ADDFC03CD56}" destId="{29A774C3-1A15-4914-A354-987FD3923486}" srcOrd="0" destOrd="0" parTransId="{C8BF0C1E-CFB0-4AC2-91F9-C01B8F0EC71C}" sibTransId="{8011BDB6-5FD6-4AE0-BAAC-287F53C661F9}"/>
    <dgm:cxn modelId="{41D79124-D54B-4637-8B80-923E02C6C706}" type="presOf" srcId="{29A774C3-1A15-4914-A354-987FD3923486}" destId="{D8A58CB2-02F0-495A-982A-5085FB3BA72E}" srcOrd="0" destOrd="0" presId="urn:microsoft.com/office/officeart/2005/8/layout/StepDownProcess"/>
    <dgm:cxn modelId="{74F15942-BBB4-4DAE-A71E-2877B57C5B8B}" type="presOf" srcId="{242419A8-30EE-46C1-9099-3FE560D67E39}" destId="{0512406B-8F31-47C3-A7A7-59C5AF939E44}" srcOrd="0" destOrd="0" presId="urn:microsoft.com/office/officeart/2005/8/layout/StepDownProcess"/>
    <dgm:cxn modelId="{D808E762-AB2C-4C7B-8C6C-3BEBDF007ADC}" srcId="{54127D33-FCDC-4FAE-AC5B-4D4B46C4729A}" destId="{0539E47B-C489-4DB0-B280-E2ED18E4FB67}" srcOrd="0" destOrd="0" parTransId="{F3F24D34-AC37-4049-BFCE-1C15FBD77F34}" sibTransId="{9146F0B4-0016-4202-B86B-2CBAD9849E0A}"/>
    <dgm:cxn modelId="{DF918C67-B10B-40C8-BBE2-99315002874B}" srcId="{B0E1A567-1C5C-49D2-8708-27D8E7FD6478}" destId="{19FCBF6E-0458-4401-B4F1-BABBB2FC9D20}" srcOrd="0" destOrd="0" parTransId="{4C870325-A264-41FC-912B-22EEDE09CB86}" sibTransId="{0D91F17B-17D8-410E-B3E5-2012E52967F6}"/>
    <dgm:cxn modelId="{76B37C79-9DBC-4F1B-A1C5-F8613E4693D2}" type="presOf" srcId="{CA2D8C14-C07C-4A71-A049-9ADDFC03CD56}" destId="{4CC52E35-018F-417E-BD14-BBB37F066659}" srcOrd="0" destOrd="0" presId="urn:microsoft.com/office/officeart/2005/8/layout/StepDownProcess"/>
    <dgm:cxn modelId="{E7C76D89-CF2A-42E6-A050-4EB4891573E5}" type="presOf" srcId="{19FCBF6E-0458-4401-B4F1-BABBB2FC9D20}" destId="{7EC9B320-14F2-41B5-868C-23E4635A4DA5}" srcOrd="0" destOrd="0" presId="urn:microsoft.com/office/officeart/2005/8/layout/StepDownProcess"/>
    <dgm:cxn modelId="{561B9DAE-F0BB-4EE9-A5D5-40126FA1410E}" type="presOf" srcId="{6BF5B9BD-E53E-4C35-AAB5-BDB9AE453478}" destId="{CA02FE72-FDD6-48D1-9BD3-1C66DA2A2E3A}" srcOrd="0" destOrd="0" presId="urn:microsoft.com/office/officeart/2005/8/layout/StepDownProcess"/>
    <dgm:cxn modelId="{5BC0CBBE-7E55-42A1-AC0C-38C1B85DA1F2}" srcId="{242419A8-30EE-46C1-9099-3FE560D67E39}" destId="{D278F6C2-B886-4795-B807-233CC17608AD}" srcOrd="0" destOrd="0" parTransId="{C3EEFC6D-405E-4C3F-8E88-90826DD99214}" sibTransId="{96016799-496E-4C6C-8FAC-B0D53DEF66FD}"/>
    <dgm:cxn modelId="{EE3A96C4-248D-4D15-86AB-0DB3985DD155}" type="presOf" srcId="{0539E47B-C489-4DB0-B280-E2ED18E4FB67}" destId="{C15E088A-6E55-4365-942B-748E50848738}" srcOrd="0" destOrd="0" presId="urn:microsoft.com/office/officeart/2005/8/layout/StepDownProcess"/>
    <dgm:cxn modelId="{0575AED7-9984-401A-83BB-FAE20C0E576B}" srcId="{B0E1A567-1C5C-49D2-8708-27D8E7FD6478}" destId="{54127D33-FCDC-4FAE-AC5B-4D4B46C4729A}" srcOrd="3" destOrd="0" parTransId="{81C92514-44D4-404B-8AC4-73F056564A97}" sibTransId="{9340F222-D2FB-4702-9302-E721BE88DF2B}"/>
    <dgm:cxn modelId="{601D96F1-2743-4D16-9BC0-A2B6DF92D921}" type="presOf" srcId="{D278F6C2-B886-4795-B807-233CC17608AD}" destId="{EF811E98-8C30-4963-9BD0-4A71EBCFB538}" srcOrd="0" destOrd="0" presId="urn:microsoft.com/office/officeart/2005/8/layout/StepDownProcess"/>
    <dgm:cxn modelId="{0F3F5AF4-F085-4FE9-80F5-96246AFBF63A}" type="presOf" srcId="{54127D33-FCDC-4FAE-AC5B-4D4B46C4729A}" destId="{259BC91F-8ECC-4D0D-8154-9BC768393CA8}" srcOrd="0" destOrd="0" presId="urn:microsoft.com/office/officeart/2005/8/layout/StepDownProcess"/>
    <dgm:cxn modelId="{CB5FD5F8-EB7A-4E9F-9840-47446F8EA860}" srcId="{B0E1A567-1C5C-49D2-8708-27D8E7FD6478}" destId="{CA2D8C14-C07C-4A71-A049-9ADDFC03CD56}" srcOrd="2" destOrd="0" parTransId="{CDA213A3-9A16-4DCF-9B94-4FF5D8A16A6B}" sibTransId="{DAB63DB6-99BA-4804-9FA6-D76018AB561B}"/>
    <dgm:cxn modelId="{00C006F9-A76A-42E4-B34D-13BFE6D6BC51}" srcId="{B0E1A567-1C5C-49D2-8708-27D8E7FD6478}" destId="{242419A8-30EE-46C1-9099-3FE560D67E39}" srcOrd="1" destOrd="0" parTransId="{5CF7A58C-D09B-4B83-A50D-4E9F2CF859EE}" sibTransId="{17803C84-91ED-4E19-AFF4-C8300AB9A597}"/>
    <dgm:cxn modelId="{DC44DE69-9C4F-4057-8464-7F4ABEEB8FF3}" type="presParOf" srcId="{75465BB5-F411-4750-97A4-D3E5D4E5668D}" destId="{3DBD8BCC-2974-4D1E-8C81-E20AFF9950D7}" srcOrd="0" destOrd="0" presId="urn:microsoft.com/office/officeart/2005/8/layout/StepDownProcess"/>
    <dgm:cxn modelId="{2E2D17D7-DB60-4181-ACB1-EA2599E34C7B}" type="presParOf" srcId="{3DBD8BCC-2974-4D1E-8C81-E20AFF9950D7}" destId="{A5C3D842-47DC-461D-A01E-A961D96FC746}" srcOrd="0" destOrd="0" presId="urn:microsoft.com/office/officeart/2005/8/layout/StepDownProcess"/>
    <dgm:cxn modelId="{45A1AF52-ACB5-4017-BF5E-EBD1FA7D336D}" type="presParOf" srcId="{3DBD8BCC-2974-4D1E-8C81-E20AFF9950D7}" destId="{7EC9B320-14F2-41B5-868C-23E4635A4DA5}" srcOrd="1" destOrd="0" presId="urn:microsoft.com/office/officeart/2005/8/layout/StepDownProcess"/>
    <dgm:cxn modelId="{ED6BE353-6C9A-40F4-B504-3C66BF1B10B6}" type="presParOf" srcId="{3DBD8BCC-2974-4D1E-8C81-E20AFF9950D7}" destId="{CA02FE72-FDD6-48D1-9BD3-1C66DA2A2E3A}" srcOrd="2" destOrd="0" presId="urn:microsoft.com/office/officeart/2005/8/layout/StepDownProcess"/>
    <dgm:cxn modelId="{54B4ED26-E5B9-4C42-ABF2-9ADABA8333FC}" type="presParOf" srcId="{75465BB5-F411-4750-97A4-D3E5D4E5668D}" destId="{27B4E591-02EC-43F1-AADE-FD8B5194489E}" srcOrd="1" destOrd="0" presId="urn:microsoft.com/office/officeart/2005/8/layout/StepDownProcess"/>
    <dgm:cxn modelId="{FD6BD3E3-1AF1-4892-ADA3-A7D69C1CCB71}" type="presParOf" srcId="{75465BB5-F411-4750-97A4-D3E5D4E5668D}" destId="{350239F4-6EF1-40D3-B731-CB8A6B97244B}" srcOrd="2" destOrd="0" presId="urn:microsoft.com/office/officeart/2005/8/layout/StepDownProcess"/>
    <dgm:cxn modelId="{CB1A23B0-5DF0-4B58-9F5D-649DBB6DB13A}" type="presParOf" srcId="{350239F4-6EF1-40D3-B731-CB8A6B97244B}" destId="{EB1A330D-DCB4-4E7B-B149-0D48AEB569D0}" srcOrd="0" destOrd="0" presId="urn:microsoft.com/office/officeart/2005/8/layout/StepDownProcess"/>
    <dgm:cxn modelId="{E71B0B15-333A-4256-8E00-9C744A1EA108}" type="presParOf" srcId="{350239F4-6EF1-40D3-B731-CB8A6B97244B}" destId="{0512406B-8F31-47C3-A7A7-59C5AF939E44}" srcOrd="1" destOrd="0" presId="urn:microsoft.com/office/officeart/2005/8/layout/StepDownProcess"/>
    <dgm:cxn modelId="{CA15D192-9827-4FB1-89A6-B25CFB1318C3}" type="presParOf" srcId="{350239F4-6EF1-40D3-B731-CB8A6B97244B}" destId="{EF811E98-8C30-4963-9BD0-4A71EBCFB538}" srcOrd="2" destOrd="0" presId="urn:microsoft.com/office/officeart/2005/8/layout/StepDownProcess"/>
    <dgm:cxn modelId="{4EE985F4-6D01-4656-B471-51051DA0796A}" type="presParOf" srcId="{75465BB5-F411-4750-97A4-D3E5D4E5668D}" destId="{03AC1213-2C11-4F47-95F5-9BF35618C96D}" srcOrd="3" destOrd="0" presId="urn:microsoft.com/office/officeart/2005/8/layout/StepDownProcess"/>
    <dgm:cxn modelId="{3245777F-3CBE-4305-862C-B6CE23510C33}" type="presParOf" srcId="{75465BB5-F411-4750-97A4-D3E5D4E5668D}" destId="{6D38E78A-32A3-4650-87F1-82D7F5D310BE}" srcOrd="4" destOrd="0" presId="urn:microsoft.com/office/officeart/2005/8/layout/StepDownProcess"/>
    <dgm:cxn modelId="{F5042791-2E40-4D36-8D1E-CAFFB9E80264}" type="presParOf" srcId="{6D38E78A-32A3-4650-87F1-82D7F5D310BE}" destId="{0CF09E1E-0E44-4BDB-BC4F-E2E97A0D4C51}" srcOrd="0" destOrd="0" presId="urn:microsoft.com/office/officeart/2005/8/layout/StepDownProcess"/>
    <dgm:cxn modelId="{6819D83D-172E-4ACC-A939-D4D78CEEC0E0}" type="presParOf" srcId="{6D38E78A-32A3-4650-87F1-82D7F5D310BE}" destId="{4CC52E35-018F-417E-BD14-BBB37F066659}" srcOrd="1" destOrd="0" presId="urn:microsoft.com/office/officeart/2005/8/layout/StepDownProcess"/>
    <dgm:cxn modelId="{15B43551-F4AA-4B40-AC06-1C723BD4E284}" type="presParOf" srcId="{6D38E78A-32A3-4650-87F1-82D7F5D310BE}" destId="{D8A58CB2-02F0-495A-982A-5085FB3BA72E}" srcOrd="2" destOrd="0" presId="urn:microsoft.com/office/officeart/2005/8/layout/StepDownProcess"/>
    <dgm:cxn modelId="{C387DF0A-99DE-4B29-8C78-90062D4B6980}" type="presParOf" srcId="{75465BB5-F411-4750-97A4-D3E5D4E5668D}" destId="{B990EB61-9D1A-4487-BF37-D5B4C7A8C0DE}" srcOrd="5" destOrd="0" presId="urn:microsoft.com/office/officeart/2005/8/layout/StepDownProcess"/>
    <dgm:cxn modelId="{121D0EDA-74CB-4341-A86D-6C5B5AC1158B}" type="presParOf" srcId="{75465BB5-F411-4750-97A4-D3E5D4E5668D}" destId="{ECBCDB4B-351E-4CFB-AD50-9BE954BFF4C9}" srcOrd="6" destOrd="0" presId="urn:microsoft.com/office/officeart/2005/8/layout/StepDownProcess"/>
    <dgm:cxn modelId="{DF1A37DB-1546-498D-9065-A1C92ABA3EF5}" type="presParOf" srcId="{ECBCDB4B-351E-4CFB-AD50-9BE954BFF4C9}" destId="{259BC91F-8ECC-4D0D-8154-9BC768393CA8}" srcOrd="0" destOrd="0" presId="urn:microsoft.com/office/officeart/2005/8/layout/StepDownProcess"/>
    <dgm:cxn modelId="{20258E81-C631-4717-89A6-E49A2950A877}" type="presParOf" srcId="{ECBCDB4B-351E-4CFB-AD50-9BE954BFF4C9}" destId="{C15E088A-6E55-4365-942B-748E50848738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CB5D71-8D4D-4087-92E8-33CB63AC190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41A757-10D3-423F-B9D4-969106EF22D0}">
      <dgm:prSet phldrT="[Text]" phldr="0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US" b="1"/>
            <a:t>Geometry</a:t>
          </a:r>
        </a:p>
      </dgm:t>
    </dgm:pt>
    <dgm:pt modelId="{5B84AF53-2AFA-4FF9-B3D2-A5E4EAB9CF11}" type="parTrans" cxnId="{80C60335-64CA-45FF-8047-B7DC6D7896F7}">
      <dgm:prSet/>
      <dgm:spPr/>
      <dgm:t>
        <a:bodyPr/>
        <a:lstStyle/>
        <a:p>
          <a:endParaRPr lang="en-US"/>
        </a:p>
      </dgm:t>
    </dgm:pt>
    <dgm:pt modelId="{9ECC2777-2FAA-4D05-96DE-26E6883BF531}" type="sibTrans" cxnId="{80C60335-64CA-45FF-8047-B7DC6D7896F7}">
      <dgm:prSet/>
      <dgm:spPr/>
      <dgm:t>
        <a:bodyPr/>
        <a:lstStyle/>
        <a:p>
          <a:endParaRPr lang="en-US"/>
        </a:p>
      </dgm:t>
    </dgm:pt>
    <dgm:pt modelId="{9EB4A757-475A-4C08-89F8-709F0040EE6F}">
      <dgm:prSet phldrT="[Text]" phldr="0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US" b="1"/>
            <a:t>Mesh</a:t>
          </a:r>
        </a:p>
      </dgm:t>
    </dgm:pt>
    <dgm:pt modelId="{8FF8E964-EB18-40B1-AFD9-D84DD3ACCF95}" type="parTrans" cxnId="{9DA50446-18A0-4F61-ACE0-D4BAF1116C12}">
      <dgm:prSet/>
      <dgm:spPr/>
      <dgm:t>
        <a:bodyPr/>
        <a:lstStyle/>
        <a:p>
          <a:endParaRPr lang="en-US"/>
        </a:p>
      </dgm:t>
    </dgm:pt>
    <dgm:pt modelId="{59322E09-5A49-46F1-8AB4-BDB44561AA43}" type="sibTrans" cxnId="{9DA50446-18A0-4F61-ACE0-D4BAF1116C12}">
      <dgm:prSet/>
      <dgm:spPr/>
      <dgm:t>
        <a:bodyPr/>
        <a:lstStyle/>
        <a:p>
          <a:endParaRPr lang="en-US"/>
        </a:p>
      </dgm:t>
    </dgm:pt>
    <dgm:pt modelId="{BA83AAA5-FEF4-4C62-AB92-7BFDDC13932F}">
      <dgm:prSet phldrT="[Text]" phldr="0" custT="1"/>
      <dgm:spPr/>
      <dgm:t>
        <a:bodyPr/>
        <a:lstStyle/>
        <a:p>
          <a:pPr>
            <a:spcAft>
              <a:spcPts val="0"/>
            </a:spcAft>
          </a:pPr>
          <a:r>
            <a:rPr lang="en-US" sz="2000"/>
            <a:t>Initialized mesh with default ANSYS settings </a:t>
          </a:r>
        </a:p>
      </dgm:t>
    </dgm:pt>
    <dgm:pt modelId="{FEE64445-9C03-451E-909E-30D42CBF0B57}" type="parTrans" cxnId="{82384ADB-809B-48F9-9C8B-78B682C6825A}">
      <dgm:prSet/>
      <dgm:spPr/>
      <dgm:t>
        <a:bodyPr/>
        <a:lstStyle/>
        <a:p>
          <a:endParaRPr lang="en-US"/>
        </a:p>
      </dgm:t>
    </dgm:pt>
    <dgm:pt modelId="{8EA4B496-6991-46F8-B8A0-C6F82E8E8C3B}" type="sibTrans" cxnId="{82384ADB-809B-48F9-9C8B-78B682C6825A}">
      <dgm:prSet/>
      <dgm:spPr/>
      <dgm:t>
        <a:bodyPr/>
        <a:lstStyle/>
        <a:p>
          <a:endParaRPr lang="en-US"/>
        </a:p>
      </dgm:t>
    </dgm:pt>
    <dgm:pt modelId="{7C921C48-6DAA-4A4E-9107-BFD947858BDA}">
      <dgm:prSet phldrT="[Text]" phldr="0" custT="1"/>
      <dgm:spPr/>
      <dgm:t>
        <a:bodyPr/>
        <a:lstStyle/>
        <a:p>
          <a:pPr>
            <a:spcAft>
              <a:spcPct val="15000"/>
            </a:spcAft>
          </a:pPr>
          <a:r>
            <a:rPr lang="en-US" sz="2000"/>
            <a:t>Checked and refined mesh</a:t>
          </a:r>
        </a:p>
      </dgm:t>
    </dgm:pt>
    <dgm:pt modelId="{2B5E5E0B-0C8A-4915-836C-D68B3D72FFAB}" type="parTrans" cxnId="{DB3394B6-170E-4362-8604-20A04A36BF05}">
      <dgm:prSet/>
      <dgm:spPr/>
      <dgm:t>
        <a:bodyPr/>
        <a:lstStyle/>
        <a:p>
          <a:endParaRPr lang="en-US"/>
        </a:p>
      </dgm:t>
    </dgm:pt>
    <dgm:pt modelId="{3CB87433-05D3-4447-AC27-918E1E177D5C}" type="sibTrans" cxnId="{DB3394B6-170E-4362-8604-20A04A36BF05}">
      <dgm:prSet/>
      <dgm:spPr/>
      <dgm:t>
        <a:bodyPr/>
        <a:lstStyle/>
        <a:p>
          <a:endParaRPr lang="en-US"/>
        </a:p>
      </dgm:t>
    </dgm:pt>
    <dgm:pt modelId="{250F7992-4EC8-494A-8D0D-1E9240B66610}">
      <dgm:prSet phldrT="[Text]" phldr="0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US" b="1"/>
            <a:t>Setup</a:t>
          </a:r>
        </a:p>
      </dgm:t>
    </dgm:pt>
    <dgm:pt modelId="{1C73AEBB-FEF6-4DC9-A5F5-B69DDE3ED7D1}" type="parTrans" cxnId="{99CA2D26-62B4-45C9-BDF9-5BA3671DB30D}">
      <dgm:prSet/>
      <dgm:spPr/>
      <dgm:t>
        <a:bodyPr/>
        <a:lstStyle/>
        <a:p>
          <a:endParaRPr lang="en-US"/>
        </a:p>
      </dgm:t>
    </dgm:pt>
    <dgm:pt modelId="{C3309397-EF0B-4998-87B1-5E303B7CFDEA}" type="sibTrans" cxnId="{99CA2D26-62B4-45C9-BDF9-5BA3671DB30D}">
      <dgm:prSet/>
      <dgm:spPr/>
      <dgm:t>
        <a:bodyPr/>
        <a:lstStyle/>
        <a:p>
          <a:endParaRPr lang="en-US"/>
        </a:p>
      </dgm:t>
    </dgm:pt>
    <dgm:pt modelId="{2FF5F761-AF5C-4D52-821E-F250EAD2D3DE}">
      <dgm:prSet phldrT="[Text]" phldr="0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US" b="1"/>
            <a:t>Execution</a:t>
          </a:r>
        </a:p>
      </dgm:t>
    </dgm:pt>
    <dgm:pt modelId="{5AEA6C9C-3CC1-4B81-814A-37F8FDC0EED4}" type="parTrans" cxnId="{1003056E-B2A5-405F-A43E-E44E565AC2C7}">
      <dgm:prSet/>
      <dgm:spPr/>
      <dgm:t>
        <a:bodyPr/>
        <a:lstStyle/>
        <a:p>
          <a:endParaRPr lang="en-US"/>
        </a:p>
      </dgm:t>
    </dgm:pt>
    <dgm:pt modelId="{32D32E70-EF67-440D-8EFD-EF44A9FC1C55}" type="sibTrans" cxnId="{1003056E-B2A5-405F-A43E-E44E565AC2C7}">
      <dgm:prSet/>
      <dgm:spPr/>
      <dgm:t>
        <a:bodyPr/>
        <a:lstStyle/>
        <a:p>
          <a:endParaRPr lang="en-US"/>
        </a:p>
      </dgm:t>
    </dgm:pt>
    <dgm:pt modelId="{7D5F3698-11CB-4DB3-81D1-98BE5A1AF807}">
      <dgm:prSet phldrT="[Text]" phldr="0" custT="1"/>
      <dgm:spPr/>
      <dgm:t>
        <a:bodyPr/>
        <a:lstStyle/>
        <a:p>
          <a:pPr>
            <a:spcAft>
              <a:spcPts val="0"/>
            </a:spcAft>
          </a:pPr>
          <a:r>
            <a:rPr lang="en-US" sz="2000"/>
            <a:t>Initialize solution</a:t>
          </a:r>
        </a:p>
      </dgm:t>
    </dgm:pt>
    <dgm:pt modelId="{8E9B7462-CFEA-45A8-84D6-F4709281B6FF}" type="parTrans" cxnId="{CDEA2731-27B7-4F52-9B85-F01FA8F83923}">
      <dgm:prSet/>
      <dgm:spPr/>
      <dgm:t>
        <a:bodyPr/>
        <a:lstStyle/>
        <a:p>
          <a:endParaRPr lang="en-US"/>
        </a:p>
      </dgm:t>
    </dgm:pt>
    <dgm:pt modelId="{2CFA4479-7D01-4745-9225-8040FE8D8256}" type="sibTrans" cxnId="{CDEA2731-27B7-4F52-9B85-F01FA8F83923}">
      <dgm:prSet/>
      <dgm:spPr/>
      <dgm:t>
        <a:bodyPr/>
        <a:lstStyle/>
        <a:p>
          <a:endParaRPr lang="en-US"/>
        </a:p>
      </dgm:t>
    </dgm:pt>
    <dgm:pt modelId="{5ADF9BEA-706E-4892-A4B9-0D749750DE1F}">
      <dgm:prSet phldrT="[Text]" phldr="0" custT="1"/>
      <dgm:spPr/>
      <dgm:t>
        <a:bodyPr/>
        <a:lstStyle/>
        <a:p>
          <a:pPr algn="l">
            <a:spcAft>
              <a:spcPts val="0"/>
            </a:spcAft>
          </a:pPr>
          <a:r>
            <a:rPr lang="en-US" sz="2000"/>
            <a:t>Defined spherical fluid domain </a:t>
          </a:r>
        </a:p>
      </dgm:t>
    </dgm:pt>
    <dgm:pt modelId="{63B94D94-A1E3-460D-A34C-AF9D7FA21B8B}" type="parTrans" cxnId="{1FDABE8A-F73C-44A6-9DDA-67C3699B8465}">
      <dgm:prSet/>
      <dgm:spPr/>
      <dgm:t>
        <a:bodyPr/>
        <a:lstStyle/>
        <a:p>
          <a:endParaRPr lang="en-US"/>
        </a:p>
      </dgm:t>
    </dgm:pt>
    <dgm:pt modelId="{9409D686-114F-47D2-A2BC-D262D4833912}" type="sibTrans" cxnId="{1FDABE8A-F73C-44A6-9DDA-67C3699B8465}">
      <dgm:prSet/>
      <dgm:spPr/>
      <dgm:t>
        <a:bodyPr/>
        <a:lstStyle/>
        <a:p>
          <a:endParaRPr lang="en-US"/>
        </a:p>
      </dgm:t>
    </dgm:pt>
    <dgm:pt modelId="{1EB18018-B49D-4B42-848A-AA671D64DF01}">
      <dgm:prSet phldrT="[Text]" phldr="0" custT="1"/>
      <dgm:spPr/>
      <dgm:t>
        <a:bodyPr/>
        <a:lstStyle/>
        <a:p>
          <a:pPr>
            <a:spcAft>
              <a:spcPts val="0"/>
            </a:spcAft>
          </a:pPr>
          <a:r>
            <a:rPr lang="en-US" sz="2000"/>
            <a:t>Ran a time-steady, Density-based solver</a:t>
          </a:r>
        </a:p>
      </dgm:t>
    </dgm:pt>
    <dgm:pt modelId="{51118998-838E-4A03-8544-A721B8750FD4}" type="parTrans" cxnId="{AE2D0451-87C3-4BEB-B334-8BE1B1E5C1F2}">
      <dgm:prSet/>
      <dgm:spPr/>
      <dgm:t>
        <a:bodyPr/>
        <a:lstStyle/>
        <a:p>
          <a:endParaRPr lang="en-US"/>
        </a:p>
      </dgm:t>
    </dgm:pt>
    <dgm:pt modelId="{841DD132-4C85-41B4-8508-7D7D0859CEDF}" type="sibTrans" cxnId="{AE2D0451-87C3-4BEB-B334-8BE1B1E5C1F2}">
      <dgm:prSet/>
      <dgm:spPr/>
      <dgm:t>
        <a:bodyPr/>
        <a:lstStyle/>
        <a:p>
          <a:endParaRPr lang="en-US"/>
        </a:p>
      </dgm:t>
    </dgm:pt>
    <dgm:pt modelId="{2BDD2832-57AA-41CA-9A04-0A2FC7418CD8}">
      <dgm:prSet phldrT="[Text]" phldr="0" custT="1"/>
      <dgm:spPr/>
      <dgm:t>
        <a:bodyPr/>
        <a:lstStyle/>
        <a:p>
          <a:pPr>
            <a:spcAft>
              <a:spcPct val="15000"/>
            </a:spcAft>
          </a:pPr>
          <a:endParaRPr lang="en-US" sz="2000"/>
        </a:p>
      </dgm:t>
    </dgm:pt>
    <dgm:pt modelId="{50A074CC-D1BE-464A-BBA6-4CEC370114CE}" type="parTrans" cxnId="{FED9E2B9-6CDF-4E79-AA9A-0B5B86292765}">
      <dgm:prSet/>
      <dgm:spPr/>
      <dgm:t>
        <a:bodyPr/>
        <a:lstStyle/>
        <a:p>
          <a:endParaRPr lang="en-US"/>
        </a:p>
      </dgm:t>
    </dgm:pt>
    <dgm:pt modelId="{786CDD08-1647-41C8-A4E1-D9288B484614}" type="sibTrans" cxnId="{FED9E2B9-6CDF-4E79-AA9A-0B5B86292765}">
      <dgm:prSet/>
      <dgm:spPr/>
      <dgm:t>
        <a:bodyPr/>
        <a:lstStyle/>
        <a:p>
          <a:endParaRPr lang="en-US"/>
        </a:p>
      </dgm:t>
    </dgm:pt>
    <dgm:pt modelId="{BAA665BE-9195-4181-B981-AB02814DC246}">
      <dgm:prSet phldrT="[Text]" phldr="0" custT="1"/>
      <dgm:spPr/>
      <dgm:t>
        <a:bodyPr/>
        <a:lstStyle/>
        <a:p>
          <a:pPr algn="l">
            <a:spcAft>
              <a:spcPts val="0"/>
            </a:spcAft>
          </a:pPr>
          <a:endParaRPr lang="en-US" sz="2000"/>
        </a:p>
      </dgm:t>
    </dgm:pt>
    <dgm:pt modelId="{08ACE801-AD0C-4232-A3A6-4A415D69C59A}" type="parTrans" cxnId="{7D7E8C83-90F4-430A-8FF5-B792FF30CC39}">
      <dgm:prSet/>
      <dgm:spPr/>
      <dgm:t>
        <a:bodyPr/>
        <a:lstStyle/>
        <a:p>
          <a:endParaRPr lang="en-US"/>
        </a:p>
      </dgm:t>
    </dgm:pt>
    <dgm:pt modelId="{00E8B4FB-1E6A-4765-B8D2-7EFFB720E4CF}" type="sibTrans" cxnId="{7D7E8C83-90F4-430A-8FF5-B792FF30CC39}">
      <dgm:prSet/>
      <dgm:spPr/>
      <dgm:t>
        <a:bodyPr/>
        <a:lstStyle/>
        <a:p>
          <a:endParaRPr lang="en-US"/>
        </a:p>
      </dgm:t>
    </dgm:pt>
    <dgm:pt modelId="{27BF612D-D0F6-4703-92FD-38058FACB934}">
      <dgm:prSet phldrT="[Text]" phldr="0" custT="1"/>
      <dgm:spPr/>
      <dgm:t>
        <a:bodyPr/>
        <a:lstStyle/>
        <a:p>
          <a:pPr algn="l">
            <a:spcAft>
              <a:spcPts val="0"/>
            </a:spcAft>
          </a:pPr>
          <a:r>
            <a:rPr lang="en-US" sz="2000"/>
            <a:t>Subtracted X-15 airframe from domain</a:t>
          </a:r>
        </a:p>
      </dgm:t>
    </dgm:pt>
    <dgm:pt modelId="{7FEDB61F-4290-4E4C-8DF7-83693A9A9A4A}" type="parTrans" cxnId="{93B889D2-393D-4BC5-84B4-E782F676D1E5}">
      <dgm:prSet/>
      <dgm:spPr/>
      <dgm:t>
        <a:bodyPr/>
        <a:lstStyle/>
        <a:p>
          <a:endParaRPr lang="en-US"/>
        </a:p>
      </dgm:t>
    </dgm:pt>
    <dgm:pt modelId="{65548451-1F86-4A3F-ACCA-EB0CB7144A32}" type="sibTrans" cxnId="{93B889D2-393D-4BC5-84B4-E782F676D1E5}">
      <dgm:prSet/>
      <dgm:spPr/>
      <dgm:t>
        <a:bodyPr/>
        <a:lstStyle/>
        <a:p>
          <a:endParaRPr lang="en-US"/>
        </a:p>
      </dgm:t>
    </dgm:pt>
    <dgm:pt modelId="{24907A6A-EC04-4E5A-BD2F-697EFC1633AA}">
      <dgm:prSet phldrT="[Text]" phldr="0" custT="1"/>
      <dgm:spPr/>
      <dgm:t>
        <a:bodyPr/>
        <a:lstStyle/>
        <a:p>
          <a:pPr>
            <a:spcAft>
              <a:spcPts val="0"/>
            </a:spcAft>
          </a:pPr>
          <a:r>
            <a:rPr lang="en-US" sz="2000"/>
            <a:t>Enabled Energy equation and viscous model    (k-</a:t>
          </a:r>
          <a:r>
            <a:rPr lang="el-GR" sz="2000">
              <a:latin typeface="Times New Roman" panose="02020603050405020304" pitchFamily="18" charset="0"/>
              <a:cs typeface="Times New Roman" panose="02020603050405020304" pitchFamily="18" charset="0"/>
            </a:rPr>
            <a:t>ω</a:t>
          </a:r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 SST)</a:t>
          </a:r>
          <a:endParaRPr lang="en-US" sz="2000"/>
        </a:p>
      </dgm:t>
    </dgm:pt>
    <dgm:pt modelId="{3D45BD0A-34CA-4A3A-9975-37351208A491}" type="parTrans" cxnId="{32F4443D-F2CA-4E85-B026-4671C4D5963B}">
      <dgm:prSet/>
      <dgm:spPr/>
      <dgm:t>
        <a:bodyPr/>
        <a:lstStyle/>
        <a:p>
          <a:endParaRPr lang="en-US"/>
        </a:p>
      </dgm:t>
    </dgm:pt>
    <dgm:pt modelId="{6D2FBA43-0818-40BA-9DE2-5B06D9654C8C}" type="sibTrans" cxnId="{32F4443D-F2CA-4E85-B026-4671C4D5963B}">
      <dgm:prSet/>
      <dgm:spPr/>
      <dgm:t>
        <a:bodyPr/>
        <a:lstStyle/>
        <a:p>
          <a:endParaRPr lang="en-US"/>
        </a:p>
      </dgm:t>
    </dgm:pt>
    <dgm:pt modelId="{28E9D375-444D-4FAA-A0FD-B2E390F2F02D}">
      <dgm:prSet phldrT="[Text]" phldr="0" custT="1"/>
      <dgm:spPr/>
      <dgm:t>
        <a:bodyPr/>
        <a:lstStyle/>
        <a:p>
          <a:pPr>
            <a:spcAft>
              <a:spcPts val="0"/>
            </a:spcAft>
          </a:pPr>
          <a:endParaRPr lang="en-US" sz="2000"/>
        </a:p>
      </dgm:t>
    </dgm:pt>
    <dgm:pt modelId="{23EBB1E6-C355-4159-8AF9-2A1EB4106E1B}" type="parTrans" cxnId="{C1BAAAC3-75D8-4596-B09B-897304540418}">
      <dgm:prSet/>
      <dgm:spPr/>
      <dgm:t>
        <a:bodyPr/>
        <a:lstStyle/>
        <a:p>
          <a:endParaRPr lang="en-US"/>
        </a:p>
      </dgm:t>
    </dgm:pt>
    <dgm:pt modelId="{37EFB5E8-72F3-4F56-B704-639E95C8E8A8}" type="sibTrans" cxnId="{C1BAAAC3-75D8-4596-B09B-897304540418}">
      <dgm:prSet/>
      <dgm:spPr/>
      <dgm:t>
        <a:bodyPr/>
        <a:lstStyle/>
        <a:p>
          <a:endParaRPr lang="en-US"/>
        </a:p>
      </dgm:t>
    </dgm:pt>
    <dgm:pt modelId="{1B6300E2-1756-4102-AAE2-2A327CB0FDA2}">
      <dgm:prSet phldrT="[Text]" phldr="0" custT="1"/>
      <dgm:spPr/>
      <dgm:t>
        <a:bodyPr/>
        <a:lstStyle/>
        <a:p>
          <a:pPr>
            <a:spcAft>
              <a:spcPts val="0"/>
            </a:spcAft>
          </a:pPr>
          <a:endParaRPr lang="en-US" sz="2000"/>
        </a:p>
      </dgm:t>
    </dgm:pt>
    <dgm:pt modelId="{DBF73EE6-6304-42AE-B87A-D9F47796149F}" type="parTrans" cxnId="{A19648CE-508D-4E9E-96E5-6CD46A98F2FC}">
      <dgm:prSet/>
      <dgm:spPr/>
      <dgm:t>
        <a:bodyPr/>
        <a:lstStyle/>
        <a:p>
          <a:endParaRPr lang="en-US"/>
        </a:p>
      </dgm:t>
    </dgm:pt>
    <dgm:pt modelId="{693E48F7-49C1-4498-97C2-8BD745F7EA15}" type="sibTrans" cxnId="{A19648CE-508D-4E9E-96E5-6CD46A98F2FC}">
      <dgm:prSet/>
      <dgm:spPr/>
      <dgm:t>
        <a:bodyPr/>
        <a:lstStyle/>
        <a:p>
          <a:endParaRPr lang="en-US"/>
        </a:p>
      </dgm:t>
    </dgm:pt>
    <dgm:pt modelId="{57ED0494-F2B0-4260-ADC9-1C990A709DF1}">
      <dgm:prSet phldrT="[Text]" phldr="0" custT="1"/>
      <dgm:spPr/>
      <dgm:t>
        <a:bodyPr/>
        <a:lstStyle/>
        <a:p>
          <a:pPr>
            <a:spcAft>
              <a:spcPts val="0"/>
            </a:spcAft>
          </a:pPr>
          <a:r>
            <a:rPr lang="en-US" sz="2000"/>
            <a:t>Run simulation</a:t>
          </a:r>
        </a:p>
      </dgm:t>
    </dgm:pt>
    <dgm:pt modelId="{6949B95E-8CCB-498F-8A60-5F5ACEC2D439}" type="parTrans" cxnId="{EEF1C768-F92B-413F-B32C-3BE208D0B5CB}">
      <dgm:prSet/>
      <dgm:spPr/>
      <dgm:t>
        <a:bodyPr/>
        <a:lstStyle/>
        <a:p>
          <a:endParaRPr lang="en-US"/>
        </a:p>
      </dgm:t>
    </dgm:pt>
    <dgm:pt modelId="{5BB8C11C-7EB6-448C-AEF1-16B13CFDE131}" type="sibTrans" cxnId="{EEF1C768-F92B-413F-B32C-3BE208D0B5CB}">
      <dgm:prSet/>
      <dgm:spPr/>
      <dgm:t>
        <a:bodyPr/>
        <a:lstStyle/>
        <a:p>
          <a:endParaRPr lang="en-US"/>
        </a:p>
      </dgm:t>
    </dgm:pt>
    <dgm:pt modelId="{7CBD9910-56A1-4011-9732-72FDF625017F}">
      <dgm:prSet phldrT="[Text]" phldr="0" custT="1"/>
      <dgm:spPr/>
      <dgm:t>
        <a:bodyPr/>
        <a:lstStyle/>
        <a:p>
          <a:pPr>
            <a:spcAft>
              <a:spcPts val="0"/>
            </a:spcAft>
          </a:pPr>
          <a:endParaRPr lang="en-US" sz="2000"/>
        </a:p>
      </dgm:t>
    </dgm:pt>
    <dgm:pt modelId="{4A6EC885-4763-40FC-8283-4AEF3327780E}" type="parTrans" cxnId="{1C08FAB2-D293-4EEC-9C85-8323259F1505}">
      <dgm:prSet/>
      <dgm:spPr/>
      <dgm:t>
        <a:bodyPr/>
        <a:lstStyle/>
        <a:p>
          <a:endParaRPr lang="en-US"/>
        </a:p>
      </dgm:t>
    </dgm:pt>
    <dgm:pt modelId="{73C23413-7F2C-437B-B68C-F73E30EF33AE}" type="sibTrans" cxnId="{1C08FAB2-D293-4EEC-9C85-8323259F1505}">
      <dgm:prSet/>
      <dgm:spPr/>
      <dgm:t>
        <a:bodyPr/>
        <a:lstStyle/>
        <a:p>
          <a:endParaRPr lang="en-US"/>
        </a:p>
      </dgm:t>
    </dgm:pt>
    <dgm:pt modelId="{29CAD84F-813A-49DC-968F-7A467695F0EC}">
      <dgm:prSet phldrT="[Text]" phldr="0" custT="1"/>
      <dgm:spPr/>
      <dgm:t>
        <a:bodyPr/>
        <a:lstStyle/>
        <a:p>
          <a:pPr>
            <a:spcAft>
              <a:spcPts val="0"/>
            </a:spcAft>
          </a:pPr>
          <a:r>
            <a:rPr lang="en-US" sz="2000"/>
            <a:t>Analyze results against technical report data using static pressure contours</a:t>
          </a:r>
        </a:p>
      </dgm:t>
    </dgm:pt>
    <dgm:pt modelId="{901F4FD5-5FFE-488C-9DDF-10A1B752D3E4}" type="parTrans" cxnId="{5FCCB2D0-4957-4CB1-9772-C0309E33DD8A}">
      <dgm:prSet/>
      <dgm:spPr/>
      <dgm:t>
        <a:bodyPr/>
        <a:lstStyle/>
        <a:p>
          <a:endParaRPr lang="en-US"/>
        </a:p>
      </dgm:t>
    </dgm:pt>
    <dgm:pt modelId="{45BB6BB1-7781-4584-BA1F-74DE133E8128}" type="sibTrans" cxnId="{5FCCB2D0-4957-4CB1-9772-C0309E33DD8A}">
      <dgm:prSet/>
      <dgm:spPr/>
      <dgm:t>
        <a:bodyPr/>
        <a:lstStyle/>
        <a:p>
          <a:endParaRPr lang="en-US"/>
        </a:p>
      </dgm:t>
    </dgm:pt>
    <dgm:pt modelId="{416A1AC4-F3BE-4476-A677-6F5A3CF997DE}">
      <dgm:prSet phldrT="[Text]" phldr="0" custT="1"/>
      <dgm:spPr/>
      <dgm:t>
        <a:bodyPr/>
        <a:lstStyle/>
        <a:p>
          <a:pPr>
            <a:spcAft>
              <a:spcPts val="0"/>
            </a:spcAft>
          </a:pPr>
          <a:endParaRPr lang="en-US" sz="2000"/>
        </a:p>
      </dgm:t>
    </dgm:pt>
    <dgm:pt modelId="{990B9611-67A1-4F51-B153-066F432ACC1A}" type="parTrans" cxnId="{99C4BCFB-9AA1-44DC-907B-6DE69F9F1AF2}">
      <dgm:prSet/>
      <dgm:spPr/>
      <dgm:t>
        <a:bodyPr/>
        <a:lstStyle/>
        <a:p>
          <a:endParaRPr lang="en-US"/>
        </a:p>
      </dgm:t>
    </dgm:pt>
    <dgm:pt modelId="{A95ADF44-693B-4EAC-A9FB-D4CFF84BEBCB}" type="sibTrans" cxnId="{99C4BCFB-9AA1-44DC-907B-6DE69F9F1AF2}">
      <dgm:prSet/>
      <dgm:spPr/>
      <dgm:t>
        <a:bodyPr/>
        <a:lstStyle/>
        <a:p>
          <a:endParaRPr lang="en-US"/>
        </a:p>
      </dgm:t>
    </dgm:pt>
    <dgm:pt modelId="{B9AC1A1B-4C48-4CAC-A823-20E19828A6E6}">
      <dgm:prSet phldrT="[Text]" phldr="0" custT="1"/>
      <dgm:spPr/>
      <dgm:t>
        <a:bodyPr/>
        <a:lstStyle/>
        <a:p>
          <a:pPr>
            <a:spcAft>
              <a:spcPts val="0"/>
            </a:spcAft>
          </a:pPr>
          <a:r>
            <a:rPr lang="en-US" sz="2000"/>
            <a:t>Input freestream conditions at desired altitude</a:t>
          </a:r>
        </a:p>
      </dgm:t>
    </dgm:pt>
    <dgm:pt modelId="{4555B7A9-5A5C-493F-B72B-99728E13BD40}" type="parTrans" cxnId="{F61472AA-4C56-47AD-8433-612C91F2F690}">
      <dgm:prSet/>
      <dgm:spPr/>
      <dgm:t>
        <a:bodyPr/>
        <a:lstStyle/>
        <a:p>
          <a:endParaRPr lang="en-US"/>
        </a:p>
      </dgm:t>
    </dgm:pt>
    <dgm:pt modelId="{521454FC-C2B3-4C90-9127-E784F5F27A50}" type="sibTrans" cxnId="{F61472AA-4C56-47AD-8433-612C91F2F690}">
      <dgm:prSet/>
      <dgm:spPr/>
      <dgm:t>
        <a:bodyPr/>
        <a:lstStyle/>
        <a:p>
          <a:endParaRPr lang="en-US"/>
        </a:p>
      </dgm:t>
    </dgm:pt>
    <dgm:pt modelId="{A324FD9D-D469-4B3E-81B4-36A294A80D46}">
      <dgm:prSet phldrT="[Text]" phldr="0" custT="1"/>
      <dgm:spPr/>
      <dgm:t>
        <a:bodyPr/>
        <a:lstStyle/>
        <a:p>
          <a:pPr>
            <a:spcAft>
              <a:spcPts val="0"/>
            </a:spcAft>
          </a:pPr>
          <a:endParaRPr lang="en-US" sz="2000"/>
        </a:p>
      </dgm:t>
    </dgm:pt>
    <dgm:pt modelId="{EA3C6D77-5F81-4C03-B8A4-76F447748920}" type="parTrans" cxnId="{3CECBAD0-2C2B-4527-AE35-771EB85CEA36}">
      <dgm:prSet/>
      <dgm:spPr/>
      <dgm:t>
        <a:bodyPr/>
        <a:lstStyle/>
        <a:p>
          <a:endParaRPr lang="en-US"/>
        </a:p>
      </dgm:t>
    </dgm:pt>
    <dgm:pt modelId="{F3BCBA5C-7D6D-4D43-A31F-13FD1BAD0F60}" type="sibTrans" cxnId="{3CECBAD0-2C2B-4527-AE35-771EB85CEA36}">
      <dgm:prSet/>
      <dgm:spPr/>
      <dgm:t>
        <a:bodyPr/>
        <a:lstStyle/>
        <a:p>
          <a:endParaRPr lang="en-US"/>
        </a:p>
      </dgm:t>
    </dgm:pt>
    <dgm:pt modelId="{2C96B7B5-06BD-4A48-BE80-AEBB87ECB3B9}" type="pres">
      <dgm:prSet presAssocID="{36CB5D71-8D4D-4087-92E8-33CB63AC190B}" presName="Name0" presStyleCnt="0">
        <dgm:presLayoutVars>
          <dgm:dir/>
          <dgm:animLvl val="lvl"/>
          <dgm:resizeHandles val="exact"/>
        </dgm:presLayoutVars>
      </dgm:prSet>
      <dgm:spPr/>
    </dgm:pt>
    <dgm:pt modelId="{D1E5205F-308E-466E-8D3A-8B944FE3A373}" type="pres">
      <dgm:prSet presAssocID="{A441A757-10D3-423F-B9D4-969106EF22D0}" presName="composite" presStyleCnt="0"/>
      <dgm:spPr/>
    </dgm:pt>
    <dgm:pt modelId="{864B0F67-80CE-4DA8-927C-6AAB50FE887D}" type="pres">
      <dgm:prSet presAssocID="{A441A757-10D3-423F-B9D4-969106EF22D0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311C843-3753-4992-A57E-3BFA917DDF28}" type="pres">
      <dgm:prSet presAssocID="{A441A757-10D3-423F-B9D4-969106EF22D0}" presName="desTx" presStyleLbl="revTx" presStyleIdx="0" presStyleCnt="4" custLinFactNeighborX="7018" custLinFactNeighborY="3018">
        <dgm:presLayoutVars>
          <dgm:bulletEnabled val="1"/>
        </dgm:presLayoutVars>
      </dgm:prSet>
      <dgm:spPr/>
    </dgm:pt>
    <dgm:pt modelId="{DC2B93B7-E86B-4439-9B69-6FC68B11B4DF}" type="pres">
      <dgm:prSet presAssocID="{9ECC2777-2FAA-4D05-96DE-26E6883BF531}" presName="space" presStyleCnt="0"/>
      <dgm:spPr/>
    </dgm:pt>
    <dgm:pt modelId="{646DDD2A-C8FA-4675-A48B-1577A671DB8E}" type="pres">
      <dgm:prSet presAssocID="{9EB4A757-475A-4C08-89F8-709F0040EE6F}" presName="composite" presStyleCnt="0"/>
      <dgm:spPr/>
    </dgm:pt>
    <dgm:pt modelId="{0C3803CB-E483-4633-8CF6-0E87FBCCCA82}" type="pres">
      <dgm:prSet presAssocID="{9EB4A757-475A-4C08-89F8-709F0040EE6F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1E897FA-4928-4A6F-918B-4DC4BCB30DBA}" type="pres">
      <dgm:prSet presAssocID="{9EB4A757-475A-4C08-89F8-709F0040EE6F}" presName="desTx" presStyleLbl="revTx" presStyleIdx="1" presStyleCnt="4" custLinFactNeighborX="3623" custLinFactNeighborY="2410">
        <dgm:presLayoutVars>
          <dgm:bulletEnabled val="1"/>
        </dgm:presLayoutVars>
      </dgm:prSet>
      <dgm:spPr/>
    </dgm:pt>
    <dgm:pt modelId="{EA8358DA-5334-4170-BD48-33B8B268EFDA}" type="pres">
      <dgm:prSet presAssocID="{59322E09-5A49-46F1-8AB4-BDB44561AA43}" presName="space" presStyleCnt="0"/>
      <dgm:spPr/>
    </dgm:pt>
    <dgm:pt modelId="{15196179-23FA-4E55-9F4A-C155D48E2685}" type="pres">
      <dgm:prSet presAssocID="{250F7992-4EC8-494A-8D0D-1E9240B66610}" presName="composite" presStyleCnt="0"/>
      <dgm:spPr/>
    </dgm:pt>
    <dgm:pt modelId="{570C8578-AC39-499C-89D3-126A042806A0}" type="pres">
      <dgm:prSet presAssocID="{250F7992-4EC8-494A-8D0D-1E9240B66610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D01247F-A717-440A-BD48-AF3F49FCA528}" type="pres">
      <dgm:prSet presAssocID="{250F7992-4EC8-494A-8D0D-1E9240B66610}" presName="desTx" presStyleLbl="revTx" presStyleIdx="2" presStyleCnt="4" custLinFactNeighborX="2662" custLinFactNeighborY="2176">
        <dgm:presLayoutVars>
          <dgm:bulletEnabled val="1"/>
        </dgm:presLayoutVars>
      </dgm:prSet>
      <dgm:spPr/>
    </dgm:pt>
    <dgm:pt modelId="{C5BA9D95-0FCE-425B-9FB7-B7AF0A813689}" type="pres">
      <dgm:prSet presAssocID="{C3309397-EF0B-4998-87B1-5E303B7CFDEA}" presName="space" presStyleCnt="0"/>
      <dgm:spPr/>
    </dgm:pt>
    <dgm:pt modelId="{5A1922E9-84FF-40F9-BED4-6BD2631F7E18}" type="pres">
      <dgm:prSet presAssocID="{2FF5F761-AF5C-4D52-821E-F250EAD2D3DE}" presName="composite" presStyleCnt="0"/>
      <dgm:spPr/>
    </dgm:pt>
    <dgm:pt modelId="{857E0951-8C42-4DA9-9F5C-4572C574AFCB}" type="pres">
      <dgm:prSet presAssocID="{2FF5F761-AF5C-4D52-821E-F250EAD2D3DE}" presName="par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03F21209-C7EC-4167-9234-B90DF6A88132}" type="pres">
      <dgm:prSet presAssocID="{2FF5F761-AF5C-4D52-821E-F250EAD2D3DE}" presName="desTx" presStyleLbl="revTx" presStyleIdx="3" presStyleCnt="4" custScaleX="112140" custLinFactNeighborX="5268" custLinFactNeighborY="3018">
        <dgm:presLayoutVars>
          <dgm:bulletEnabled val="1"/>
        </dgm:presLayoutVars>
      </dgm:prSet>
      <dgm:spPr/>
    </dgm:pt>
  </dgm:ptLst>
  <dgm:cxnLst>
    <dgm:cxn modelId="{16EE9D0F-E329-4653-8BAF-56C406AF3DAD}" type="presOf" srcId="{28E9D375-444D-4FAA-A0FD-B2E390F2F02D}" destId="{03F21209-C7EC-4167-9234-B90DF6A88132}" srcOrd="0" destOrd="1" presId="urn:microsoft.com/office/officeart/2005/8/layout/chevron1"/>
    <dgm:cxn modelId="{99CA2D26-62B4-45C9-BDF9-5BA3671DB30D}" srcId="{36CB5D71-8D4D-4087-92E8-33CB63AC190B}" destId="{250F7992-4EC8-494A-8D0D-1E9240B66610}" srcOrd="2" destOrd="0" parTransId="{1C73AEBB-FEF6-4DC9-A5F5-B69DDE3ED7D1}" sibTransId="{C3309397-EF0B-4998-87B1-5E303B7CFDEA}"/>
    <dgm:cxn modelId="{4C379B2B-C65D-4DBF-9F16-AFB7141FB9CF}" type="presOf" srcId="{29CAD84F-813A-49DC-968F-7A467695F0EC}" destId="{03F21209-C7EC-4167-9234-B90DF6A88132}" srcOrd="0" destOrd="4" presId="urn:microsoft.com/office/officeart/2005/8/layout/chevron1"/>
    <dgm:cxn modelId="{CDEA2731-27B7-4F52-9B85-F01FA8F83923}" srcId="{2FF5F761-AF5C-4D52-821E-F250EAD2D3DE}" destId="{7D5F3698-11CB-4DB3-81D1-98BE5A1AF807}" srcOrd="0" destOrd="0" parTransId="{8E9B7462-CFEA-45A8-84D6-F4709281B6FF}" sibTransId="{2CFA4479-7D01-4745-9225-8040FE8D8256}"/>
    <dgm:cxn modelId="{773F7E32-50AF-4B8F-AD69-12D73EEC27F3}" type="presOf" srcId="{BAA665BE-9195-4181-B981-AB02814DC246}" destId="{7311C843-3753-4992-A57E-3BFA917DDF28}" srcOrd="0" destOrd="1" presId="urn:microsoft.com/office/officeart/2005/8/layout/chevron1"/>
    <dgm:cxn modelId="{80C60335-64CA-45FF-8047-B7DC6D7896F7}" srcId="{36CB5D71-8D4D-4087-92E8-33CB63AC190B}" destId="{A441A757-10D3-423F-B9D4-969106EF22D0}" srcOrd="0" destOrd="0" parTransId="{5B84AF53-2AFA-4FF9-B3D2-A5E4EAB9CF11}" sibTransId="{9ECC2777-2FAA-4D05-96DE-26E6883BF531}"/>
    <dgm:cxn modelId="{32F4443D-F2CA-4E85-B026-4671C4D5963B}" srcId="{250F7992-4EC8-494A-8D0D-1E9240B66610}" destId="{24907A6A-EC04-4E5A-BD2F-697EFC1633AA}" srcOrd="2" destOrd="0" parTransId="{3D45BD0A-34CA-4A3A-9975-37351208A491}" sibTransId="{6D2FBA43-0818-40BA-9DE2-5B06D9654C8C}"/>
    <dgm:cxn modelId="{3B33763D-FE59-41C0-975E-FC10E85B55BF}" type="presOf" srcId="{27BF612D-D0F6-4703-92FD-38058FACB934}" destId="{7311C843-3753-4992-A57E-3BFA917DDF28}" srcOrd="0" destOrd="2" presId="urn:microsoft.com/office/officeart/2005/8/layout/chevron1"/>
    <dgm:cxn modelId="{9DA50446-18A0-4F61-ACE0-D4BAF1116C12}" srcId="{36CB5D71-8D4D-4087-92E8-33CB63AC190B}" destId="{9EB4A757-475A-4C08-89F8-709F0040EE6F}" srcOrd="1" destOrd="0" parTransId="{8FF8E964-EB18-40B1-AFD9-D84DD3ACCF95}" sibTransId="{59322E09-5A49-46F1-8AB4-BDB44561AA43}"/>
    <dgm:cxn modelId="{EEF1C768-F92B-413F-B32C-3BE208D0B5CB}" srcId="{2FF5F761-AF5C-4D52-821E-F250EAD2D3DE}" destId="{57ED0494-F2B0-4260-ADC9-1C990A709DF1}" srcOrd="2" destOrd="0" parTransId="{6949B95E-8CCB-498F-8A60-5F5ACEC2D439}" sibTransId="{5BB8C11C-7EB6-448C-AEF1-16B13CFDE131}"/>
    <dgm:cxn modelId="{746F564A-06E6-4C81-B116-5D4FDCDBF8C2}" type="presOf" srcId="{A324FD9D-D469-4B3E-81B4-36A294A80D46}" destId="{2D01247F-A717-440A-BD48-AF3F49FCA528}" srcOrd="0" destOrd="1" presId="urn:microsoft.com/office/officeart/2005/8/layout/chevron1"/>
    <dgm:cxn modelId="{1003056E-B2A5-405F-A43E-E44E565AC2C7}" srcId="{36CB5D71-8D4D-4087-92E8-33CB63AC190B}" destId="{2FF5F761-AF5C-4D52-821E-F250EAD2D3DE}" srcOrd="3" destOrd="0" parTransId="{5AEA6C9C-3CC1-4B81-814A-37F8FDC0EED4}" sibTransId="{32D32E70-EF67-440D-8EFD-EF44A9FC1C55}"/>
    <dgm:cxn modelId="{3CB06150-6863-4B8A-AA48-BB72EFE9C284}" type="presOf" srcId="{7CBD9910-56A1-4011-9732-72FDF625017F}" destId="{03F21209-C7EC-4167-9234-B90DF6A88132}" srcOrd="0" destOrd="3" presId="urn:microsoft.com/office/officeart/2005/8/layout/chevron1"/>
    <dgm:cxn modelId="{D553B770-2FE5-42B6-A43E-A3F006F66AA6}" type="presOf" srcId="{416A1AC4-F3BE-4476-A677-6F5A3CF997DE}" destId="{2D01247F-A717-440A-BD48-AF3F49FCA528}" srcOrd="0" destOrd="3" presId="urn:microsoft.com/office/officeart/2005/8/layout/chevron1"/>
    <dgm:cxn modelId="{AE2D0451-87C3-4BEB-B334-8BE1B1E5C1F2}" srcId="{250F7992-4EC8-494A-8D0D-1E9240B66610}" destId="{1EB18018-B49D-4B42-848A-AA671D64DF01}" srcOrd="0" destOrd="0" parTransId="{51118998-838E-4A03-8544-A721B8750FD4}" sibTransId="{841DD132-4C85-41B4-8508-7D7D0859CEDF}"/>
    <dgm:cxn modelId="{1434BB7E-0D8E-4A07-92A4-4CD2D01DEA78}" type="presOf" srcId="{250F7992-4EC8-494A-8D0D-1E9240B66610}" destId="{570C8578-AC39-499C-89D3-126A042806A0}" srcOrd="0" destOrd="0" presId="urn:microsoft.com/office/officeart/2005/8/layout/chevron1"/>
    <dgm:cxn modelId="{27442E80-F4D1-4755-80DC-ABB190019868}" type="presOf" srcId="{2BDD2832-57AA-41CA-9A04-0A2FC7418CD8}" destId="{61E897FA-4928-4A6F-918B-4DC4BCB30DBA}" srcOrd="0" destOrd="1" presId="urn:microsoft.com/office/officeart/2005/8/layout/chevron1"/>
    <dgm:cxn modelId="{7D7E8C83-90F4-430A-8FF5-B792FF30CC39}" srcId="{A441A757-10D3-423F-B9D4-969106EF22D0}" destId="{BAA665BE-9195-4181-B981-AB02814DC246}" srcOrd="1" destOrd="0" parTransId="{08ACE801-AD0C-4232-A3A6-4A415D69C59A}" sibTransId="{00E8B4FB-1E6A-4765-B8D2-7EFFB720E4CF}"/>
    <dgm:cxn modelId="{1FDABE8A-F73C-44A6-9DDA-67C3699B8465}" srcId="{A441A757-10D3-423F-B9D4-969106EF22D0}" destId="{5ADF9BEA-706E-4892-A4B9-0D749750DE1F}" srcOrd="0" destOrd="0" parTransId="{63B94D94-A1E3-460D-A34C-AF9D7FA21B8B}" sibTransId="{9409D686-114F-47D2-A2BC-D262D4833912}"/>
    <dgm:cxn modelId="{ECF7D69E-4225-440B-86A2-C7C069AF9778}" type="presOf" srcId="{57ED0494-F2B0-4260-ADC9-1C990A709DF1}" destId="{03F21209-C7EC-4167-9234-B90DF6A88132}" srcOrd="0" destOrd="2" presId="urn:microsoft.com/office/officeart/2005/8/layout/chevron1"/>
    <dgm:cxn modelId="{F61472AA-4C56-47AD-8433-612C91F2F690}" srcId="{250F7992-4EC8-494A-8D0D-1E9240B66610}" destId="{B9AC1A1B-4C48-4CAC-A823-20E19828A6E6}" srcOrd="4" destOrd="0" parTransId="{4555B7A9-5A5C-493F-B72B-99728E13BD40}" sibTransId="{521454FC-C2B3-4C90-9127-E784F5F27A50}"/>
    <dgm:cxn modelId="{1C08FAB2-D293-4EEC-9C85-8323259F1505}" srcId="{2FF5F761-AF5C-4D52-821E-F250EAD2D3DE}" destId="{7CBD9910-56A1-4011-9732-72FDF625017F}" srcOrd="3" destOrd="0" parTransId="{4A6EC885-4763-40FC-8283-4AEF3327780E}" sibTransId="{73C23413-7F2C-437B-B68C-F73E30EF33AE}"/>
    <dgm:cxn modelId="{DB3394B6-170E-4362-8604-20A04A36BF05}" srcId="{9EB4A757-475A-4C08-89F8-709F0040EE6F}" destId="{7C921C48-6DAA-4A4E-9107-BFD947858BDA}" srcOrd="2" destOrd="0" parTransId="{2B5E5E0B-0C8A-4915-836C-D68B3D72FFAB}" sibTransId="{3CB87433-05D3-4447-AC27-918E1E177D5C}"/>
    <dgm:cxn modelId="{FED9E2B9-6CDF-4E79-AA9A-0B5B86292765}" srcId="{9EB4A757-475A-4C08-89F8-709F0040EE6F}" destId="{2BDD2832-57AA-41CA-9A04-0A2FC7418CD8}" srcOrd="1" destOrd="0" parTransId="{50A074CC-D1BE-464A-BBA6-4CEC370114CE}" sibTransId="{786CDD08-1647-41C8-A4E1-D9288B484614}"/>
    <dgm:cxn modelId="{81D983C2-5A67-4FFA-B5B8-F425CB265BE6}" type="presOf" srcId="{9EB4A757-475A-4C08-89F8-709F0040EE6F}" destId="{0C3803CB-E483-4633-8CF6-0E87FBCCCA82}" srcOrd="0" destOrd="0" presId="urn:microsoft.com/office/officeart/2005/8/layout/chevron1"/>
    <dgm:cxn modelId="{7683E1C2-0F65-4543-B4F4-86EF4344CADC}" type="presOf" srcId="{1EB18018-B49D-4B42-848A-AA671D64DF01}" destId="{2D01247F-A717-440A-BD48-AF3F49FCA528}" srcOrd="0" destOrd="0" presId="urn:microsoft.com/office/officeart/2005/8/layout/chevron1"/>
    <dgm:cxn modelId="{C1BAAAC3-75D8-4596-B09B-897304540418}" srcId="{2FF5F761-AF5C-4D52-821E-F250EAD2D3DE}" destId="{28E9D375-444D-4FAA-A0FD-B2E390F2F02D}" srcOrd="1" destOrd="0" parTransId="{23EBB1E6-C355-4159-8AF9-2A1EB4106E1B}" sibTransId="{37EFB5E8-72F3-4F56-B704-639E95C8E8A8}"/>
    <dgm:cxn modelId="{8944CEC7-E815-4BA6-8DCA-A6540406133A}" type="presOf" srcId="{2FF5F761-AF5C-4D52-821E-F250EAD2D3DE}" destId="{857E0951-8C42-4DA9-9F5C-4572C574AFCB}" srcOrd="0" destOrd="0" presId="urn:microsoft.com/office/officeart/2005/8/layout/chevron1"/>
    <dgm:cxn modelId="{69B64ACB-691A-415E-85CF-AF72C1A7A0FA}" type="presOf" srcId="{A441A757-10D3-423F-B9D4-969106EF22D0}" destId="{864B0F67-80CE-4DA8-927C-6AAB50FE887D}" srcOrd="0" destOrd="0" presId="urn:microsoft.com/office/officeart/2005/8/layout/chevron1"/>
    <dgm:cxn modelId="{C01AEBCC-B5C7-4651-AFB4-2109468F3F29}" type="presOf" srcId="{24907A6A-EC04-4E5A-BD2F-697EFC1633AA}" destId="{2D01247F-A717-440A-BD48-AF3F49FCA528}" srcOrd="0" destOrd="2" presId="urn:microsoft.com/office/officeart/2005/8/layout/chevron1"/>
    <dgm:cxn modelId="{222B20CD-D61B-4669-9A80-3220DFCB8CE1}" type="presOf" srcId="{5ADF9BEA-706E-4892-A4B9-0D749750DE1F}" destId="{7311C843-3753-4992-A57E-3BFA917DDF28}" srcOrd="0" destOrd="0" presId="urn:microsoft.com/office/officeart/2005/8/layout/chevron1"/>
    <dgm:cxn modelId="{A19648CE-508D-4E9E-96E5-6CD46A98F2FC}" srcId="{2FF5F761-AF5C-4D52-821E-F250EAD2D3DE}" destId="{1B6300E2-1756-4102-AAE2-2A327CB0FDA2}" srcOrd="5" destOrd="0" parTransId="{DBF73EE6-6304-42AE-B87A-D9F47796149F}" sibTransId="{693E48F7-49C1-4498-97C2-8BD745F7EA15}"/>
    <dgm:cxn modelId="{5FCCB2D0-4957-4CB1-9772-C0309E33DD8A}" srcId="{2FF5F761-AF5C-4D52-821E-F250EAD2D3DE}" destId="{29CAD84F-813A-49DC-968F-7A467695F0EC}" srcOrd="4" destOrd="0" parTransId="{901F4FD5-5FFE-488C-9DDF-10A1B752D3E4}" sibTransId="{45BB6BB1-7781-4584-BA1F-74DE133E8128}"/>
    <dgm:cxn modelId="{3CECBAD0-2C2B-4527-AE35-771EB85CEA36}" srcId="{250F7992-4EC8-494A-8D0D-1E9240B66610}" destId="{A324FD9D-D469-4B3E-81B4-36A294A80D46}" srcOrd="1" destOrd="0" parTransId="{EA3C6D77-5F81-4C03-B8A4-76F447748920}" sibTransId="{F3BCBA5C-7D6D-4D43-A31F-13FD1BAD0F60}"/>
    <dgm:cxn modelId="{93B889D2-393D-4BC5-84B4-E782F676D1E5}" srcId="{A441A757-10D3-423F-B9D4-969106EF22D0}" destId="{27BF612D-D0F6-4703-92FD-38058FACB934}" srcOrd="2" destOrd="0" parTransId="{7FEDB61F-4290-4E4C-8DF7-83693A9A9A4A}" sibTransId="{65548451-1F86-4A3F-ACCA-EB0CB7144A32}"/>
    <dgm:cxn modelId="{BF9D96D6-5CA6-4486-8F28-D6A5FED1BC1D}" type="presOf" srcId="{1B6300E2-1756-4102-AAE2-2A327CB0FDA2}" destId="{03F21209-C7EC-4167-9234-B90DF6A88132}" srcOrd="0" destOrd="5" presId="urn:microsoft.com/office/officeart/2005/8/layout/chevron1"/>
    <dgm:cxn modelId="{82384ADB-809B-48F9-9C8B-78B682C6825A}" srcId="{9EB4A757-475A-4C08-89F8-709F0040EE6F}" destId="{BA83AAA5-FEF4-4C62-AB92-7BFDDC13932F}" srcOrd="0" destOrd="0" parTransId="{FEE64445-9C03-451E-909E-30D42CBF0B57}" sibTransId="{8EA4B496-6991-46F8-B8A0-C6F82E8E8C3B}"/>
    <dgm:cxn modelId="{ACC510E1-C641-457C-A42C-678D2E780472}" type="presOf" srcId="{7C921C48-6DAA-4A4E-9107-BFD947858BDA}" destId="{61E897FA-4928-4A6F-918B-4DC4BCB30DBA}" srcOrd="0" destOrd="2" presId="urn:microsoft.com/office/officeart/2005/8/layout/chevron1"/>
    <dgm:cxn modelId="{1A7B59E9-8F8A-4BD2-BD9E-F175701859BB}" type="presOf" srcId="{36CB5D71-8D4D-4087-92E8-33CB63AC190B}" destId="{2C96B7B5-06BD-4A48-BE80-AEBB87ECB3B9}" srcOrd="0" destOrd="0" presId="urn:microsoft.com/office/officeart/2005/8/layout/chevron1"/>
    <dgm:cxn modelId="{220C8EEB-2871-4809-ACF0-9DA41806769F}" type="presOf" srcId="{B9AC1A1B-4C48-4CAC-A823-20E19828A6E6}" destId="{2D01247F-A717-440A-BD48-AF3F49FCA528}" srcOrd="0" destOrd="4" presId="urn:microsoft.com/office/officeart/2005/8/layout/chevron1"/>
    <dgm:cxn modelId="{DB0B8CF0-1342-4EEB-8D84-F7B4320C2A1C}" type="presOf" srcId="{BA83AAA5-FEF4-4C62-AB92-7BFDDC13932F}" destId="{61E897FA-4928-4A6F-918B-4DC4BCB30DBA}" srcOrd="0" destOrd="0" presId="urn:microsoft.com/office/officeart/2005/8/layout/chevron1"/>
    <dgm:cxn modelId="{99C4BCFB-9AA1-44DC-907B-6DE69F9F1AF2}" srcId="{250F7992-4EC8-494A-8D0D-1E9240B66610}" destId="{416A1AC4-F3BE-4476-A677-6F5A3CF997DE}" srcOrd="3" destOrd="0" parTransId="{990B9611-67A1-4F51-B153-066F432ACC1A}" sibTransId="{A95ADF44-693B-4EAC-A9FB-D4CFF84BEBCB}"/>
    <dgm:cxn modelId="{2B6FAFFF-F561-4F01-A36B-0D9DB55DDAF9}" type="presOf" srcId="{7D5F3698-11CB-4DB3-81D1-98BE5A1AF807}" destId="{03F21209-C7EC-4167-9234-B90DF6A88132}" srcOrd="0" destOrd="0" presId="urn:microsoft.com/office/officeart/2005/8/layout/chevron1"/>
    <dgm:cxn modelId="{0DBFD34B-D503-4CDC-9271-ABB3990D9BDA}" type="presParOf" srcId="{2C96B7B5-06BD-4A48-BE80-AEBB87ECB3B9}" destId="{D1E5205F-308E-466E-8D3A-8B944FE3A373}" srcOrd="0" destOrd="0" presId="urn:microsoft.com/office/officeart/2005/8/layout/chevron1"/>
    <dgm:cxn modelId="{623C77AE-AB7C-4F34-B214-EE158FCD78E2}" type="presParOf" srcId="{D1E5205F-308E-466E-8D3A-8B944FE3A373}" destId="{864B0F67-80CE-4DA8-927C-6AAB50FE887D}" srcOrd="0" destOrd="0" presId="urn:microsoft.com/office/officeart/2005/8/layout/chevron1"/>
    <dgm:cxn modelId="{AC8ADFC0-0EF3-4C49-AE80-129E9A400A66}" type="presParOf" srcId="{D1E5205F-308E-466E-8D3A-8B944FE3A373}" destId="{7311C843-3753-4992-A57E-3BFA917DDF28}" srcOrd="1" destOrd="0" presId="urn:microsoft.com/office/officeart/2005/8/layout/chevron1"/>
    <dgm:cxn modelId="{A74E8886-5566-4262-B685-1E79CD82FDA4}" type="presParOf" srcId="{2C96B7B5-06BD-4A48-BE80-AEBB87ECB3B9}" destId="{DC2B93B7-E86B-4439-9B69-6FC68B11B4DF}" srcOrd="1" destOrd="0" presId="urn:microsoft.com/office/officeart/2005/8/layout/chevron1"/>
    <dgm:cxn modelId="{14624617-D350-496B-A50E-1A2C9A7E6C1C}" type="presParOf" srcId="{2C96B7B5-06BD-4A48-BE80-AEBB87ECB3B9}" destId="{646DDD2A-C8FA-4675-A48B-1577A671DB8E}" srcOrd="2" destOrd="0" presId="urn:microsoft.com/office/officeart/2005/8/layout/chevron1"/>
    <dgm:cxn modelId="{30C24882-F7A1-445E-9473-59F418F7C43E}" type="presParOf" srcId="{646DDD2A-C8FA-4675-A48B-1577A671DB8E}" destId="{0C3803CB-E483-4633-8CF6-0E87FBCCCA82}" srcOrd="0" destOrd="0" presId="urn:microsoft.com/office/officeart/2005/8/layout/chevron1"/>
    <dgm:cxn modelId="{AE2B6D2D-283B-499C-B76B-0B868D7E195B}" type="presParOf" srcId="{646DDD2A-C8FA-4675-A48B-1577A671DB8E}" destId="{61E897FA-4928-4A6F-918B-4DC4BCB30DBA}" srcOrd="1" destOrd="0" presId="urn:microsoft.com/office/officeart/2005/8/layout/chevron1"/>
    <dgm:cxn modelId="{616CF03F-1B0D-4414-A1B6-44DE346F1EFB}" type="presParOf" srcId="{2C96B7B5-06BD-4A48-BE80-AEBB87ECB3B9}" destId="{EA8358DA-5334-4170-BD48-33B8B268EFDA}" srcOrd="3" destOrd="0" presId="urn:microsoft.com/office/officeart/2005/8/layout/chevron1"/>
    <dgm:cxn modelId="{D17EFE7B-77E5-4649-8ACE-C26E8B55821A}" type="presParOf" srcId="{2C96B7B5-06BD-4A48-BE80-AEBB87ECB3B9}" destId="{15196179-23FA-4E55-9F4A-C155D48E2685}" srcOrd="4" destOrd="0" presId="urn:microsoft.com/office/officeart/2005/8/layout/chevron1"/>
    <dgm:cxn modelId="{669AA8C8-F8AD-45F4-8297-2B2AE07AC0EC}" type="presParOf" srcId="{15196179-23FA-4E55-9F4A-C155D48E2685}" destId="{570C8578-AC39-499C-89D3-126A042806A0}" srcOrd="0" destOrd="0" presId="urn:microsoft.com/office/officeart/2005/8/layout/chevron1"/>
    <dgm:cxn modelId="{EEA8E0DE-3EE1-4DF0-9222-0C95C1F5C2D5}" type="presParOf" srcId="{15196179-23FA-4E55-9F4A-C155D48E2685}" destId="{2D01247F-A717-440A-BD48-AF3F49FCA528}" srcOrd="1" destOrd="0" presId="urn:microsoft.com/office/officeart/2005/8/layout/chevron1"/>
    <dgm:cxn modelId="{F63CFD66-B20B-47A1-9DA4-106C298B3FD2}" type="presParOf" srcId="{2C96B7B5-06BD-4A48-BE80-AEBB87ECB3B9}" destId="{C5BA9D95-0FCE-425B-9FB7-B7AF0A813689}" srcOrd="5" destOrd="0" presId="urn:microsoft.com/office/officeart/2005/8/layout/chevron1"/>
    <dgm:cxn modelId="{3BFCAA28-8EDB-44C2-83FF-588CDC32995A}" type="presParOf" srcId="{2C96B7B5-06BD-4A48-BE80-AEBB87ECB3B9}" destId="{5A1922E9-84FF-40F9-BED4-6BD2631F7E18}" srcOrd="6" destOrd="0" presId="urn:microsoft.com/office/officeart/2005/8/layout/chevron1"/>
    <dgm:cxn modelId="{427CAAC5-66F8-47DA-8FEF-C1534400A832}" type="presParOf" srcId="{5A1922E9-84FF-40F9-BED4-6BD2631F7E18}" destId="{857E0951-8C42-4DA9-9F5C-4572C574AFCB}" srcOrd="0" destOrd="0" presId="urn:microsoft.com/office/officeart/2005/8/layout/chevron1"/>
    <dgm:cxn modelId="{E76B1559-45CC-4335-936B-CDFD1A2D41C2}" type="presParOf" srcId="{5A1922E9-84FF-40F9-BED4-6BD2631F7E18}" destId="{03F21209-C7EC-4167-9234-B90DF6A88132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C3D842-47DC-461D-A01E-A961D96FC746}">
      <dsp:nvSpPr>
        <dsp:cNvPr id="0" name=""/>
        <dsp:cNvSpPr/>
      </dsp:nvSpPr>
      <dsp:spPr>
        <a:xfrm rot="5400000">
          <a:off x="1981656" y="1035152"/>
          <a:ext cx="909089" cy="103496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C9B320-14F2-41B5-868C-23E4635A4DA5}">
      <dsp:nvSpPr>
        <dsp:cNvPr id="0" name=""/>
        <dsp:cNvSpPr/>
      </dsp:nvSpPr>
      <dsp:spPr>
        <a:xfrm>
          <a:off x="1538181" y="27409"/>
          <a:ext cx="1935612" cy="107120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Mission</a:t>
          </a:r>
          <a:endParaRPr lang="en-US" sz="2000" b="1" kern="1200"/>
        </a:p>
      </dsp:txBody>
      <dsp:txXfrm>
        <a:off x="1590483" y="79711"/>
        <a:ext cx="1831008" cy="966605"/>
      </dsp:txXfrm>
    </dsp:sp>
    <dsp:sp modelId="{CA02FE72-FDD6-48D1-9BD3-1C66DA2A2E3A}">
      <dsp:nvSpPr>
        <dsp:cNvPr id="0" name=""/>
        <dsp:cNvSpPr/>
      </dsp:nvSpPr>
      <dsp:spPr>
        <a:xfrm>
          <a:off x="3468238" y="88820"/>
          <a:ext cx="2833080" cy="865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Develop an aircraft capable of sustained hypersonic flight</a:t>
          </a:r>
        </a:p>
      </dsp:txBody>
      <dsp:txXfrm>
        <a:off x="3468238" y="88820"/>
        <a:ext cx="2833080" cy="865799"/>
      </dsp:txXfrm>
    </dsp:sp>
    <dsp:sp modelId="{EB1A330D-DCB4-4E7B-B149-0D48AEB569D0}">
      <dsp:nvSpPr>
        <dsp:cNvPr id="0" name=""/>
        <dsp:cNvSpPr/>
      </dsp:nvSpPr>
      <dsp:spPr>
        <a:xfrm rot="5400000">
          <a:off x="3724453" y="2238474"/>
          <a:ext cx="909089" cy="103496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12406B-8F31-47C3-A7A7-59C5AF939E44}">
      <dsp:nvSpPr>
        <dsp:cNvPr id="0" name=""/>
        <dsp:cNvSpPr/>
      </dsp:nvSpPr>
      <dsp:spPr>
        <a:xfrm>
          <a:off x="3317088" y="1230731"/>
          <a:ext cx="1863394" cy="107120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Concept Exploration</a:t>
          </a:r>
        </a:p>
      </dsp:txBody>
      <dsp:txXfrm>
        <a:off x="3369390" y="1283033"/>
        <a:ext cx="1758790" cy="966605"/>
      </dsp:txXfrm>
    </dsp:sp>
    <dsp:sp modelId="{EF811E98-8C30-4963-9BD0-4A71EBCFB538}">
      <dsp:nvSpPr>
        <dsp:cNvPr id="0" name=""/>
        <dsp:cNvSpPr/>
      </dsp:nvSpPr>
      <dsp:spPr>
        <a:xfrm>
          <a:off x="5158772" y="1307562"/>
          <a:ext cx="3122260" cy="865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Identify thermal protection as a key design challenge due to high heating rates</a:t>
          </a:r>
        </a:p>
      </dsp:txBody>
      <dsp:txXfrm>
        <a:off x="5158772" y="1307562"/>
        <a:ext cx="3122260" cy="865799"/>
      </dsp:txXfrm>
    </dsp:sp>
    <dsp:sp modelId="{0CF09E1E-0E44-4BDB-BC4F-E2E97A0D4C51}">
      <dsp:nvSpPr>
        <dsp:cNvPr id="0" name=""/>
        <dsp:cNvSpPr/>
      </dsp:nvSpPr>
      <dsp:spPr>
        <a:xfrm rot="5400000">
          <a:off x="5635652" y="3441797"/>
          <a:ext cx="909089" cy="103496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52E35-018F-417E-BD14-BBB37F066659}">
      <dsp:nvSpPr>
        <dsp:cNvPr id="0" name=""/>
        <dsp:cNvSpPr/>
      </dsp:nvSpPr>
      <dsp:spPr>
        <a:xfrm>
          <a:off x="5095994" y="2434053"/>
          <a:ext cx="2127980" cy="107120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System Requirements</a:t>
          </a:r>
        </a:p>
      </dsp:txBody>
      <dsp:txXfrm>
        <a:off x="5148296" y="2486355"/>
        <a:ext cx="2023376" cy="966605"/>
      </dsp:txXfrm>
    </dsp:sp>
    <dsp:sp modelId="{D8A58CB2-02F0-495A-982A-5085FB3BA72E}">
      <dsp:nvSpPr>
        <dsp:cNvPr id="0" name=""/>
        <dsp:cNvSpPr/>
      </dsp:nvSpPr>
      <dsp:spPr>
        <a:xfrm>
          <a:off x="7205785" y="2561100"/>
          <a:ext cx="4069596" cy="865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Reduce heating rates from 120BTU/ft</a:t>
          </a:r>
          <a:r>
            <a:rPr lang="en-US" sz="1600" b="1" kern="1200" baseline="30000"/>
            <a:t>2</a:t>
          </a:r>
          <a:r>
            <a:rPr lang="en-US" sz="1600" b="1" kern="1200"/>
            <a:t>/s to 30BTU/ft</a:t>
          </a:r>
          <a:r>
            <a:rPr lang="en-US" sz="1600" b="1" kern="1200" baseline="30000"/>
            <a:t>2</a:t>
          </a:r>
          <a:r>
            <a:rPr lang="en-US" sz="1600" b="1" kern="1200"/>
            <a:t>/s​ and skin temperatures from 2,400ºF to 1,200ºF [1]</a:t>
          </a:r>
        </a:p>
      </dsp:txBody>
      <dsp:txXfrm>
        <a:off x="7205785" y="2561100"/>
        <a:ext cx="4069596" cy="865799"/>
      </dsp:txXfrm>
    </dsp:sp>
    <dsp:sp modelId="{259BC91F-8ECC-4D0D-8154-9BC768393CA8}">
      <dsp:nvSpPr>
        <dsp:cNvPr id="0" name=""/>
        <dsp:cNvSpPr/>
      </dsp:nvSpPr>
      <dsp:spPr>
        <a:xfrm>
          <a:off x="6874900" y="3637375"/>
          <a:ext cx="2055747" cy="107120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Higher-Level Design</a:t>
          </a:r>
        </a:p>
      </dsp:txBody>
      <dsp:txXfrm>
        <a:off x="6927202" y="3689677"/>
        <a:ext cx="1951143" cy="966605"/>
      </dsp:txXfrm>
    </dsp:sp>
    <dsp:sp modelId="{C15E088A-6E55-4365-942B-748E50848738}">
      <dsp:nvSpPr>
        <dsp:cNvPr id="0" name=""/>
        <dsp:cNvSpPr/>
      </dsp:nvSpPr>
      <dsp:spPr>
        <a:xfrm>
          <a:off x="8926392" y="3756111"/>
          <a:ext cx="3302618" cy="865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Implement a thermal ablative coating system to achieve target heating reduction</a:t>
          </a:r>
        </a:p>
      </dsp:txBody>
      <dsp:txXfrm>
        <a:off x="8926392" y="3756111"/>
        <a:ext cx="3302618" cy="865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4B0F67-80CE-4DA8-927C-6AAB50FE887D}">
      <dsp:nvSpPr>
        <dsp:cNvPr id="0" name=""/>
        <dsp:cNvSpPr/>
      </dsp:nvSpPr>
      <dsp:spPr>
        <a:xfrm>
          <a:off x="3771" y="1000488"/>
          <a:ext cx="3106623" cy="12426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Geometry</a:t>
          </a:r>
        </a:p>
      </dsp:txBody>
      <dsp:txXfrm>
        <a:off x="625096" y="1000488"/>
        <a:ext cx="1863974" cy="1242649"/>
      </dsp:txXfrm>
    </dsp:sp>
    <dsp:sp modelId="{7311C843-3753-4992-A57E-3BFA917DDF28}">
      <dsp:nvSpPr>
        <dsp:cNvPr id="0" name=""/>
        <dsp:cNvSpPr/>
      </dsp:nvSpPr>
      <dsp:spPr>
        <a:xfrm>
          <a:off x="178189" y="2497378"/>
          <a:ext cx="2485299" cy="327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2000" kern="1200"/>
            <a:t>Defined spherical fluid domain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2000" kern="1200"/>
            <a:t>Subtracted X-15 airframe from domain</a:t>
          </a:r>
        </a:p>
      </dsp:txBody>
      <dsp:txXfrm>
        <a:off x="178189" y="2497378"/>
        <a:ext cx="2485299" cy="3277296"/>
      </dsp:txXfrm>
    </dsp:sp>
    <dsp:sp modelId="{0C3803CB-E483-4633-8CF6-0E87FBCCCA82}">
      <dsp:nvSpPr>
        <dsp:cNvPr id="0" name=""/>
        <dsp:cNvSpPr/>
      </dsp:nvSpPr>
      <dsp:spPr>
        <a:xfrm>
          <a:off x="2894395" y="1000488"/>
          <a:ext cx="3106623" cy="12426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Mesh</a:t>
          </a:r>
        </a:p>
      </dsp:txBody>
      <dsp:txXfrm>
        <a:off x="3515720" y="1000488"/>
        <a:ext cx="1863974" cy="1242649"/>
      </dsp:txXfrm>
    </dsp:sp>
    <dsp:sp modelId="{61E897FA-4928-4A6F-918B-4DC4BCB30DBA}">
      <dsp:nvSpPr>
        <dsp:cNvPr id="0" name=""/>
        <dsp:cNvSpPr/>
      </dsp:nvSpPr>
      <dsp:spPr>
        <a:xfrm>
          <a:off x="2984437" y="2477452"/>
          <a:ext cx="2485299" cy="327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2000" kern="1200"/>
            <a:t>Initialized mesh with default ANSYS settings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Checked and refined mesh</a:t>
          </a:r>
        </a:p>
      </dsp:txBody>
      <dsp:txXfrm>
        <a:off x="2984437" y="2477452"/>
        <a:ext cx="2485299" cy="3277296"/>
      </dsp:txXfrm>
    </dsp:sp>
    <dsp:sp modelId="{570C8578-AC39-499C-89D3-126A042806A0}">
      <dsp:nvSpPr>
        <dsp:cNvPr id="0" name=""/>
        <dsp:cNvSpPr/>
      </dsp:nvSpPr>
      <dsp:spPr>
        <a:xfrm>
          <a:off x="5785019" y="1000488"/>
          <a:ext cx="3106623" cy="12426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Setup</a:t>
          </a:r>
        </a:p>
      </dsp:txBody>
      <dsp:txXfrm>
        <a:off x="6406344" y="1000488"/>
        <a:ext cx="1863974" cy="1242649"/>
      </dsp:txXfrm>
    </dsp:sp>
    <dsp:sp modelId="{2D01247F-A717-440A-BD48-AF3F49FCA528}">
      <dsp:nvSpPr>
        <dsp:cNvPr id="0" name=""/>
        <dsp:cNvSpPr/>
      </dsp:nvSpPr>
      <dsp:spPr>
        <a:xfrm>
          <a:off x="5851177" y="2469783"/>
          <a:ext cx="2485299" cy="327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2000" kern="1200"/>
            <a:t>Ran a time-steady, Density-based solver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2000" kern="1200"/>
            <a:t>Enabled Energy equation and viscous model    (k-</a:t>
          </a:r>
          <a:r>
            <a:rPr lang="el-GR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ω</a:t>
          </a: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 SST)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2000" kern="1200"/>
            <a:t>Input freestream conditions at desired altitude</a:t>
          </a:r>
        </a:p>
      </dsp:txBody>
      <dsp:txXfrm>
        <a:off x="5851177" y="2469783"/>
        <a:ext cx="2485299" cy="3277296"/>
      </dsp:txXfrm>
    </dsp:sp>
    <dsp:sp modelId="{857E0951-8C42-4DA9-9F5C-4572C574AFCB}">
      <dsp:nvSpPr>
        <dsp:cNvPr id="0" name=""/>
        <dsp:cNvSpPr/>
      </dsp:nvSpPr>
      <dsp:spPr>
        <a:xfrm>
          <a:off x="8826500" y="1000488"/>
          <a:ext cx="3106623" cy="12426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Execution</a:t>
          </a:r>
        </a:p>
      </dsp:txBody>
      <dsp:txXfrm>
        <a:off x="9447825" y="1000488"/>
        <a:ext cx="1863974" cy="1242649"/>
      </dsp:txXfrm>
    </dsp:sp>
    <dsp:sp modelId="{03F21209-C7EC-4167-9234-B90DF6A88132}">
      <dsp:nvSpPr>
        <dsp:cNvPr id="0" name=""/>
        <dsp:cNvSpPr/>
      </dsp:nvSpPr>
      <dsp:spPr>
        <a:xfrm>
          <a:off x="8806568" y="2497378"/>
          <a:ext cx="2787014" cy="327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2000" kern="1200"/>
            <a:t>Initialize solution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2000" kern="1200"/>
            <a:t>Run simulation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2000" kern="1200"/>
            <a:t>Analyze results against technical report data using static pressure contours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endParaRPr lang="en-US" sz="2000" kern="1200"/>
        </a:p>
      </dsp:txBody>
      <dsp:txXfrm>
        <a:off x="8806568" y="2497378"/>
        <a:ext cx="2787014" cy="3277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8D98A8-0C6B-F063-D479-85EE7002A0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1349F5-9BB0-C720-0A1E-0C28473BFE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487FC1-9E1C-4063-BB29-FB3F43FFB79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72674-CC3D-E133-019B-5F6BC77865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B8F8B-B126-C716-F141-20711AA5BB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827CD-5322-45C4-BACA-CCB05CF61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339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BC725-8051-49A7-B658-80876BCAF11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C218A-5659-4E30-99A4-1DB20D495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33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48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0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90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40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7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05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2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2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6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g.jpg">
            <a:extLst>
              <a:ext uri="{FF2B5EF4-FFF2-40B4-BE49-F238E27FC236}">
                <a16:creationId xmlns:a16="http://schemas.microsoft.com/office/drawing/2014/main" id="{CD8DFD80-6800-3A59-7ED8-AB7EB32D287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707"/>
            <a:ext cx="12192000" cy="68777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D2E2B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45651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45651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»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45651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CB1803-830E-6791-A6A2-63F71E0ED78E}"/>
              </a:ext>
            </a:extLst>
          </p:cNvPr>
          <p:cNvSpPr/>
          <p:nvPr userDrawn="1"/>
        </p:nvSpPr>
        <p:spPr>
          <a:xfrm>
            <a:off x="3" y="5961570"/>
            <a:ext cx="12191997" cy="917899"/>
          </a:xfrm>
          <a:prstGeom prst="rect">
            <a:avLst/>
          </a:prstGeom>
          <a:solidFill>
            <a:srgbClr val="5D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2164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fld id="{6E77F01E-C872-428E-BE48-7F585A9E3BC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C86CD-51B2-A9DB-3D7D-61111E444A6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95" y="6115125"/>
            <a:ext cx="4413013" cy="5678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16B5FB-87AF-B3E2-52B4-644EC2EF3451}"/>
              </a:ext>
            </a:extLst>
          </p:cNvPr>
          <p:cNvSpPr txBox="1"/>
          <p:nvPr userDrawn="1"/>
        </p:nvSpPr>
        <p:spPr>
          <a:xfrm>
            <a:off x="7337723" y="6235853"/>
            <a:ext cx="461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+mj-lt"/>
              </a:rPr>
              <a:t>Department of Aerospace Engineering</a:t>
            </a:r>
          </a:p>
        </p:txBody>
      </p:sp>
    </p:spTree>
    <p:extLst>
      <p:ext uri="{BB962C8B-B14F-4D97-AF65-F5344CB8AC3E}">
        <p14:creationId xmlns:p14="http://schemas.microsoft.com/office/powerpoint/2010/main" val="53633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D172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Palatino Linotype (Body)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Palatino Linotype (Body)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45651"/>
          </a:solidFill>
          <a:latin typeface="Palatino Linotype (Body)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sz="1800" kern="1200">
          <a:solidFill>
            <a:srgbClr val="545651"/>
          </a:solidFill>
          <a:latin typeface="Palatino Linotype (Body)"/>
          <a:ea typeface="+mn-ea"/>
          <a:cs typeface="+mn-cs"/>
        </a:defRPr>
      </a:lvl4pPr>
      <a:lvl5pPr marL="21717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»"/>
        <a:defRPr sz="1800" kern="1200">
          <a:solidFill>
            <a:srgbClr val="545651"/>
          </a:solidFill>
          <a:latin typeface="Palatino Linotype (Body)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E90C-4239-F7C2-1F55-23B0F676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F3C1-B269-9712-482B-AADF360C3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016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X-15 Final Briefing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306F1-AC3C-C243-041D-D4AE444C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 descr="A model of a jet&#10;&#10;AI-generated content may be incorrect.">
            <a:extLst>
              <a:ext uri="{FF2B5EF4-FFF2-40B4-BE49-F238E27FC236}">
                <a16:creationId xmlns:a16="http://schemas.microsoft.com/office/drawing/2014/main" id="{CCF070AA-AE70-B08B-6543-F12E9195B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103" y="1083838"/>
            <a:ext cx="8523794" cy="46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93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4D1C-F930-ECE5-4A21-785268202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Systems V-Diagram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9A28A-988F-51A6-8CE0-3CF0FDEE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EC56FA2-FCED-08A9-AAAC-57C93F23BD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580693"/>
              </p:ext>
            </p:extLst>
          </p:nvPr>
        </p:nvGraphicFramePr>
        <p:xfrm>
          <a:off x="-516835" y="1033670"/>
          <a:ext cx="12413974" cy="4735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886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E4CF-54C3-70F5-F2EE-62EC690BB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66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Simulation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304DB-37E5-C289-4648-D724DF9B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2B774-79D0-2B15-2805-E035DD712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72" y="1274928"/>
            <a:ext cx="8075656" cy="2891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16D707-FE63-8F7B-B8F1-49F7A0299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55" y="4487369"/>
            <a:ext cx="4624179" cy="10102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C37510-569C-42FA-4D30-FA03E3237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82" y="4704844"/>
            <a:ext cx="3012142" cy="973622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A14B3DBC-F6D8-2F53-3E00-550C3465A6D5}"/>
              </a:ext>
            </a:extLst>
          </p:cNvPr>
          <p:cNvSpPr/>
          <p:nvPr/>
        </p:nvSpPr>
        <p:spPr>
          <a:xfrm rot="16200000">
            <a:off x="6442430" y="4434975"/>
            <a:ext cx="533301" cy="1513361"/>
          </a:xfrm>
          <a:prstGeom prst="downArrow">
            <a:avLst>
              <a:gd name="adj1" fmla="val 41601"/>
              <a:gd name="adj2" fmla="val 81497"/>
            </a:avLst>
          </a:prstGeom>
          <a:solidFill>
            <a:srgbClr val="5D1725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446D2-445A-60D5-C8C2-31D64406B1F4}"/>
              </a:ext>
            </a:extLst>
          </p:cNvPr>
          <p:cNvSpPr txBox="1"/>
          <p:nvPr/>
        </p:nvSpPr>
        <p:spPr>
          <a:xfrm>
            <a:off x="10063480" y="4089400"/>
            <a:ext cx="10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544727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57E4-D8BC-8A65-7C4E-93E0D781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81144"/>
          </a:xfrm>
        </p:spPr>
        <p:txBody>
          <a:bodyPr/>
          <a:lstStyle/>
          <a:p>
            <a:pPr algn="ctr"/>
            <a:r>
              <a:rPr lang="en-US" b="1"/>
              <a:t>Finalized SolidWorks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22711-BB6D-81FB-854D-3228C614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 descr="A long metal object with black dots&#10;&#10;AI-generated content may be incorrect.">
            <a:extLst>
              <a:ext uri="{FF2B5EF4-FFF2-40B4-BE49-F238E27FC236}">
                <a16:creationId xmlns:a16="http://schemas.microsoft.com/office/drawing/2014/main" id="{59FB437E-BE1E-3E7D-58B6-D9390C0E7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979" y="917958"/>
            <a:ext cx="7060459" cy="2511042"/>
          </a:xfrm>
          <a:prstGeom prst="rect">
            <a:avLst/>
          </a:prstGeom>
        </p:spPr>
      </p:pic>
      <p:pic>
        <p:nvPicPr>
          <p:cNvPr id="10" name="Picture 9" descr="A grey airplane with black lines&#10;&#10;AI-generated content may be incorrect.">
            <a:extLst>
              <a:ext uri="{FF2B5EF4-FFF2-40B4-BE49-F238E27FC236}">
                <a16:creationId xmlns:a16="http://schemas.microsoft.com/office/drawing/2014/main" id="{EE983512-C00B-B86B-C7A6-9B738ECFB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1" t="1308" r="15948" b="3936"/>
          <a:stretch>
            <a:fillRect/>
          </a:stretch>
        </p:blipFill>
        <p:spPr>
          <a:xfrm>
            <a:off x="1280767" y="887673"/>
            <a:ext cx="2514208" cy="4968870"/>
          </a:xfrm>
          <a:prstGeom prst="rect">
            <a:avLst/>
          </a:prstGeom>
        </p:spPr>
      </p:pic>
      <p:pic>
        <p:nvPicPr>
          <p:cNvPr id="14" name="Picture 13" descr="A 3d model of a plane&#10;&#10;AI-generated content may be incorrect.">
            <a:extLst>
              <a:ext uri="{FF2B5EF4-FFF2-40B4-BE49-F238E27FC236}">
                <a16:creationId xmlns:a16="http://schemas.microsoft.com/office/drawing/2014/main" id="{6F47CF38-2A8F-807C-670E-DD5438091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060" y="3612171"/>
            <a:ext cx="4010295" cy="224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18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8095-F471-7C65-E335-717DB538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07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Dimension Verification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EE77DC-0C59-BCE4-DB03-29517FB55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879" r="17981"/>
          <a:stretch>
            <a:fillRect/>
          </a:stretch>
        </p:blipFill>
        <p:spPr>
          <a:xfrm>
            <a:off x="1113528" y="1296531"/>
            <a:ext cx="4179405" cy="45250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6A56E-569C-0644-D9EC-465FD907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9A533E-B777-7424-E660-3A0731D76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9" t="9064" r="68469" b="50841"/>
          <a:stretch>
            <a:fillRect/>
          </a:stretch>
        </p:blipFill>
        <p:spPr>
          <a:xfrm>
            <a:off x="6439617" y="1331571"/>
            <a:ext cx="4096254" cy="44899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6E23671-BEE5-8FBF-4C1D-3FE0619E43C3}"/>
              </a:ext>
            </a:extLst>
          </p:cNvPr>
          <p:cNvSpPr txBox="1"/>
          <p:nvPr/>
        </p:nvSpPr>
        <p:spPr>
          <a:xfrm>
            <a:off x="10076419" y="1562337"/>
            <a:ext cx="1703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25.28”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3B0310-04E5-1412-D9EA-FA013C157EF9}"/>
              </a:ext>
            </a:extLst>
          </p:cNvPr>
          <p:cNvSpPr txBox="1"/>
          <p:nvPr/>
        </p:nvSpPr>
        <p:spPr>
          <a:xfrm>
            <a:off x="10092910" y="2646175"/>
            <a:ext cx="1703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35.78”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2DCDB4F-01E1-90B2-60AE-47A6DC0BBCEC}"/>
              </a:ext>
            </a:extLst>
          </p:cNvPr>
          <p:cNvSpPr/>
          <p:nvPr/>
        </p:nvSpPr>
        <p:spPr>
          <a:xfrm>
            <a:off x="4460916" y="2554014"/>
            <a:ext cx="717810" cy="73320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CCDD445-FB03-C502-3F32-D5ADAA8C8EB9}"/>
              </a:ext>
            </a:extLst>
          </p:cNvPr>
          <p:cNvSpPr/>
          <p:nvPr/>
        </p:nvSpPr>
        <p:spPr>
          <a:xfrm>
            <a:off x="1499388" y="1516428"/>
            <a:ext cx="652947" cy="24500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47A5D-B4AD-6F88-CCB9-97D501BCA181}"/>
              </a:ext>
            </a:extLst>
          </p:cNvPr>
          <p:cNvSpPr txBox="1"/>
          <p:nvPr/>
        </p:nvSpPr>
        <p:spPr>
          <a:xfrm>
            <a:off x="5364715" y="5452217"/>
            <a:ext cx="10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1200365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8899-13B9-7213-E316-86F5D7BBD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59EE-5D1F-B638-11D3-EA05E5DA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07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Dimension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E663D-D19C-3B6C-830C-512CE650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47EEF5-9E2E-0A06-BF8B-3A04DB998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377" y="1159784"/>
            <a:ext cx="7235245" cy="1985437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0FA038-7F2E-4A43-8AE2-2E76C632F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49" t="59863" r="24488" b="19778"/>
          <a:stretch>
            <a:fillRect/>
          </a:stretch>
        </p:blipFill>
        <p:spPr>
          <a:xfrm>
            <a:off x="2478377" y="3240831"/>
            <a:ext cx="7235244" cy="255187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7D846CA-31FF-5714-69E6-F117F6D1E068}"/>
              </a:ext>
            </a:extLst>
          </p:cNvPr>
          <p:cNvSpPr/>
          <p:nvPr/>
        </p:nvSpPr>
        <p:spPr>
          <a:xfrm>
            <a:off x="7265651" y="1383614"/>
            <a:ext cx="959445" cy="31969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AB763C2-B9DD-0337-F46D-82ACD6B4B3E1}"/>
              </a:ext>
            </a:extLst>
          </p:cNvPr>
          <p:cNvSpPr/>
          <p:nvPr/>
        </p:nvSpPr>
        <p:spPr>
          <a:xfrm>
            <a:off x="7170470" y="2817046"/>
            <a:ext cx="1054626" cy="31969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817EFD-EFE7-2535-B763-0C2FC0ED3DB7}"/>
              </a:ext>
            </a:extLst>
          </p:cNvPr>
          <p:cNvSpPr txBox="1"/>
          <p:nvPr/>
        </p:nvSpPr>
        <p:spPr>
          <a:xfrm>
            <a:off x="8294855" y="3420392"/>
            <a:ext cx="1703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90.66”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435704-A5E3-D84E-3551-3BB5B680245D}"/>
              </a:ext>
            </a:extLst>
          </p:cNvPr>
          <p:cNvSpPr txBox="1"/>
          <p:nvPr/>
        </p:nvSpPr>
        <p:spPr>
          <a:xfrm>
            <a:off x="8393953" y="5040901"/>
            <a:ext cx="1703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95.91”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01DAE8-BDD3-F6BA-2B41-8BD8A44ADEEB}"/>
              </a:ext>
            </a:extLst>
          </p:cNvPr>
          <p:cNvSpPr txBox="1"/>
          <p:nvPr/>
        </p:nvSpPr>
        <p:spPr>
          <a:xfrm>
            <a:off x="9713621" y="2775889"/>
            <a:ext cx="10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2719883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288E9-46A1-2B24-44E4-CB389131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CB620-A6A1-2451-C355-279D241A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07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Dimension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2C2EC-5EC5-0147-AEE6-1A235848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 descr="A drawing of a plane&#10;&#10;AI-generated content may be incorrect.">
            <a:extLst>
              <a:ext uri="{FF2B5EF4-FFF2-40B4-BE49-F238E27FC236}">
                <a16:creationId xmlns:a16="http://schemas.microsoft.com/office/drawing/2014/main" id="{3092CF97-0E5D-B05B-3EB4-8761A1D0C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2" r="9358"/>
          <a:stretch>
            <a:fillRect/>
          </a:stretch>
        </p:blipFill>
        <p:spPr>
          <a:xfrm>
            <a:off x="838553" y="1676362"/>
            <a:ext cx="4918753" cy="3269745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D32C34-17DB-0F59-9A31-02F347923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5" t="54595" r="69853" b="23778"/>
          <a:stretch>
            <a:fillRect/>
          </a:stretch>
        </p:blipFill>
        <p:spPr>
          <a:xfrm>
            <a:off x="6367157" y="1095899"/>
            <a:ext cx="5273127" cy="44306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597E7B-192F-49C5-3A87-0D8C38A433DA}"/>
              </a:ext>
            </a:extLst>
          </p:cNvPr>
          <p:cNvSpPr txBox="1"/>
          <p:nvPr/>
        </p:nvSpPr>
        <p:spPr>
          <a:xfrm>
            <a:off x="9532990" y="799366"/>
            <a:ext cx="1703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268.33”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711BBC-4194-27C5-0BE0-D704D9C0D303}"/>
              </a:ext>
            </a:extLst>
          </p:cNvPr>
          <p:cNvSpPr txBox="1"/>
          <p:nvPr/>
        </p:nvSpPr>
        <p:spPr>
          <a:xfrm>
            <a:off x="9532990" y="1436712"/>
            <a:ext cx="1703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216.96”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EDF100-B0AE-75FB-3DCD-139652BC7DC9}"/>
              </a:ext>
            </a:extLst>
          </p:cNvPr>
          <p:cNvSpPr txBox="1"/>
          <p:nvPr/>
        </p:nvSpPr>
        <p:spPr>
          <a:xfrm>
            <a:off x="10383085" y="4553080"/>
            <a:ext cx="85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15°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5836E51-7713-C1CE-AFB1-3578DC04BE26}"/>
              </a:ext>
            </a:extLst>
          </p:cNvPr>
          <p:cNvSpPr/>
          <p:nvPr/>
        </p:nvSpPr>
        <p:spPr>
          <a:xfrm>
            <a:off x="3164774" y="1940813"/>
            <a:ext cx="1137062" cy="35557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5CC885-9187-9AA6-90C2-060924F60977}"/>
              </a:ext>
            </a:extLst>
          </p:cNvPr>
          <p:cNvSpPr/>
          <p:nvPr/>
        </p:nvSpPr>
        <p:spPr>
          <a:xfrm>
            <a:off x="4635088" y="3454330"/>
            <a:ext cx="1054626" cy="31969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D059CF-4B46-48A2-65EC-B42B53422747}"/>
              </a:ext>
            </a:extLst>
          </p:cNvPr>
          <p:cNvSpPr/>
          <p:nvPr/>
        </p:nvSpPr>
        <p:spPr>
          <a:xfrm>
            <a:off x="3084890" y="4447309"/>
            <a:ext cx="1137061" cy="39305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F1694-16A6-055F-9063-10B7435C140C}"/>
              </a:ext>
            </a:extLst>
          </p:cNvPr>
          <p:cNvSpPr txBox="1"/>
          <p:nvPr/>
        </p:nvSpPr>
        <p:spPr>
          <a:xfrm>
            <a:off x="5714795" y="4655699"/>
            <a:ext cx="49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34203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4836-0335-4A4B-1E90-CA4169E98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ANSYS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A410B-3DFD-3C24-613E-188F4526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C1C1EE8-F6C0-AA85-4B7F-3D58D5EE6E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213045"/>
              </p:ext>
            </p:extLst>
          </p:nvPr>
        </p:nvGraphicFramePr>
        <p:xfrm>
          <a:off x="134178" y="181744"/>
          <a:ext cx="11936896" cy="6676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5995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6989E-938B-E91E-400D-9A94FC0D5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FE61-2E0F-3EE3-C268-D1DE75CC0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81144"/>
          </a:xfrm>
        </p:spPr>
        <p:txBody>
          <a:bodyPr/>
          <a:lstStyle/>
          <a:p>
            <a:pPr algn="ctr"/>
            <a:r>
              <a:rPr lang="en-US" b="1"/>
              <a:t>ANSYS Meshing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B7C4C-052F-7C27-E0E5-AA49D244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B5A2E3-F473-3F8B-8332-BE3CF503C2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081" b="20074"/>
          <a:stretch>
            <a:fillRect/>
          </a:stretch>
        </p:blipFill>
        <p:spPr>
          <a:xfrm>
            <a:off x="334660" y="1851406"/>
            <a:ext cx="5500142" cy="31551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620A3D-A4CC-6903-50B7-97524C78E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1851405"/>
            <a:ext cx="5823253" cy="3155189"/>
          </a:xfrm>
          <a:prstGeom prst="rect">
            <a:avLst/>
          </a:prstGeom>
        </p:spPr>
      </p:pic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AFF9BFC6-1F7E-B0CB-BA3A-2D781885ACFD}"/>
              </a:ext>
            </a:extLst>
          </p:cNvPr>
          <p:cNvSpPr/>
          <p:nvPr/>
        </p:nvSpPr>
        <p:spPr>
          <a:xfrm rot="16200000">
            <a:off x="5574794" y="-491336"/>
            <a:ext cx="760332" cy="3810950"/>
          </a:xfrm>
          <a:prstGeom prst="curvedLeftArrow">
            <a:avLst>
              <a:gd name="adj1" fmla="val 37713"/>
              <a:gd name="adj2" fmla="val 83528"/>
              <a:gd name="adj3" fmla="val 3829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70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B4B8B-BFB6-600C-4EE2-35F12792D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F7E8-B95D-46D7-6C72-3EF0E77E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1325563"/>
          </a:xfrm>
        </p:spPr>
        <p:txBody>
          <a:bodyPr/>
          <a:lstStyle/>
          <a:p>
            <a:pPr algn="ctr"/>
            <a:r>
              <a:rPr lang="en-US" b="1"/>
              <a:t>Governing Equations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1D5B7-952F-AE92-8EB5-5CF223D6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C21BFC-749E-4FBE-A6F9-0BD558B4E124}"/>
                  </a:ext>
                </a:extLst>
              </p:cNvPr>
              <p:cNvSpPr txBox="1"/>
              <p:nvPr/>
            </p:nvSpPr>
            <p:spPr>
              <a:xfrm>
                <a:off x="518932" y="1903702"/>
                <a:ext cx="1333786" cy="751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C21BFC-749E-4FBE-A6F9-0BD558B4E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32" y="1903702"/>
                <a:ext cx="1333786" cy="7518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7E8D73A-F8D3-0712-45EC-6FD862AD6EB2}"/>
              </a:ext>
            </a:extLst>
          </p:cNvPr>
          <p:cNvSpPr txBox="1"/>
          <p:nvPr/>
        </p:nvSpPr>
        <p:spPr>
          <a:xfrm>
            <a:off x="333662" y="1325563"/>
            <a:ext cx="2808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Gay-Lussac’s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F6EF83-813B-2690-4D86-7CE3BA75E8E2}"/>
                  </a:ext>
                </a:extLst>
              </p:cNvPr>
              <p:cNvSpPr txBox="1"/>
              <p:nvPr/>
            </p:nvSpPr>
            <p:spPr>
              <a:xfrm>
                <a:off x="612451" y="4072313"/>
                <a:ext cx="21675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+491.67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F6EF83-813B-2690-4D86-7CE3BA75E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51" y="4072313"/>
                <a:ext cx="2167516" cy="369332"/>
              </a:xfrm>
              <a:prstGeom prst="rect">
                <a:avLst/>
              </a:prstGeom>
              <a:blipFill>
                <a:blip r:embed="rId3"/>
                <a:stretch>
                  <a:fillRect l="-2247" r="-280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3D1B8DE-02EE-5740-AEDA-9D38FAD73C5C}"/>
              </a:ext>
            </a:extLst>
          </p:cNvPr>
          <p:cNvSpPr txBox="1"/>
          <p:nvPr/>
        </p:nvSpPr>
        <p:spPr>
          <a:xfrm>
            <a:off x="333662" y="3487880"/>
            <a:ext cx="3545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Fahrenheit to Rankin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E51FA0-A427-D325-1E71-44410BE8DEFC}"/>
              </a:ext>
            </a:extLst>
          </p:cNvPr>
          <p:cNvSpPr txBox="1"/>
          <p:nvPr/>
        </p:nvSpPr>
        <p:spPr>
          <a:xfrm>
            <a:off x="5206708" y="1325562"/>
            <a:ext cx="5991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Example application at 100,00 feet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43D9D-6878-C558-3FAD-5059DB58686E}"/>
              </a:ext>
            </a:extLst>
          </p:cNvPr>
          <p:cNvSpPr txBox="1"/>
          <p:nvPr/>
        </p:nvSpPr>
        <p:spPr>
          <a:xfrm>
            <a:off x="5206707" y="1903702"/>
            <a:ext cx="6202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Freestream Pressure and Temperature at 100,000 feet: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7057D7-6588-A249-D610-EE51D2FF7933}"/>
                  </a:ext>
                </a:extLst>
              </p:cNvPr>
              <p:cNvSpPr txBox="1"/>
              <p:nvPr/>
            </p:nvSpPr>
            <p:spPr>
              <a:xfrm>
                <a:off x="5206708" y="2404330"/>
                <a:ext cx="3653514" cy="7625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23.328 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𝑝𝑠𝑓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408.57 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=0.0571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7057D7-6588-A249-D610-EE51D2FF7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708" y="2404330"/>
                <a:ext cx="3653514" cy="7625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0829996-9CF6-8748-57EA-EA749FCFF35B}"/>
              </a:ext>
            </a:extLst>
          </p:cNvPr>
          <p:cNvSpPr txBox="1"/>
          <p:nvPr/>
        </p:nvSpPr>
        <p:spPr>
          <a:xfrm>
            <a:off x="5206706" y="3303214"/>
            <a:ext cx="633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Solve for temperature using a known static pressure point on the airframe: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B64F88-A050-8446-1542-37B091F46253}"/>
                  </a:ext>
                </a:extLst>
              </p:cNvPr>
              <p:cNvSpPr txBox="1"/>
              <p:nvPr/>
            </p:nvSpPr>
            <p:spPr>
              <a:xfrm>
                <a:off x="5082627" y="4072313"/>
                <a:ext cx="1950838" cy="6890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0.0571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B64F88-A050-8446-1542-37B091F46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627" y="4072313"/>
                <a:ext cx="1950838" cy="6890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2B7AAC-27D4-34DC-099E-3414741AF7BF}"/>
                  </a:ext>
                </a:extLst>
              </p:cNvPr>
              <p:cNvSpPr txBox="1"/>
              <p:nvPr/>
            </p:nvSpPr>
            <p:spPr>
              <a:xfrm>
                <a:off x="6895703" y="4094591"/>
                <a:ext cx="3306254" cy="7021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125 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𝑝𝑠𝑓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0.0571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=2189.27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2B7AAC-27D4-34DC-099E-3414741AF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703" y="4094591"/>
                <a:ext cx="3306254" cy="7021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447F745-5009-5EC5-7368-8C0A0EC4A8D8}"/>
                  </a:ext>
                </a:extLst>
              </p:cNvPr>
              <p:cNvSpPr txBox="1"/>
              <p:nvPr/>
            </p:nvSpPr>
            <p:spPr>
              <a:xfrm>
                <a:off x="5088962" y="4999993"/>
                <a:ext cx="395531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2189.27 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+491.67 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447F745-5009-5EC5-7368-8C0A0EC4A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962" y="4999993"/>
                <a:ext cx="3955312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14A465-D3AE-A0FE-4104-C273E920F96D}"/>
                  </a:ext>
                </a:extLst>
              </p:cNvPr>
              <p:cNvSpPr txBox="1"/>
              <p:nvPr/>
            </p:nvSpPr>
            <p:spPr>
              <a:xfrm>
                <a:off x="9044274" y="5037771"/>
                <a:ext cx="226089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=1697.59 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14A465-D3AE-A0FE-4104-C273E920F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274" y="5037771"/>
                <a:ext cx="2260894" cy="369332"/>
              </a:xfrm>
              <a:prstGeom prst="rect">
                <a:avLst/>
              </a:prstGeom>
              <a:blipFill>
                <a:blip r:embed="rId8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869ADB07-F593-C151-E5A5-22B30ED76178}"/>
              </a:ext>
            </a:extLst>
          </p:cNvPr>
          <p:cNvSpPr/>
          <p:nvPr/>
        </p:nvSpPr>
        <p:spPr>
          <a:xfrm>
            <a:off x="9098746" y="5041601"/>
            <a:ext cx="2206422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26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8527-69BE-F0AD-F617-1A848DD1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3CF6B-D3E9-82B0-4AA9-8C2D2C0FF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81144"/>
          </a:xfrm>
        </p:spPr>
        <p:txBody>
          <a:bodyPr/>
          <a:lstStyle/>
          <a:p>
            <a:pPr algn="ctr"/>
            <a:r>
              <a:rPr lang="en-US" b="1"/>
              <a:t>ANSYS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C81A4-F931-1D64-DF16-73364215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A model of a jet&#10;&#10;AI-generated content may be incorrect.">
            <a:extLst>
              <a:ext uri="{FF2B5EF4-FFF2-40B4-BE49-F238E27FC236}">
                <a16:creationId xmlns:a16="http://schemas.microsoft.com/office/drawing/2014/main" id="{1FBC25D8-E1A8-92DF-5B13-78B6CC9AE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545" y="1545613"/>
            <a:ext cx="7127009" cy="3949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B4C4B8-5F80-405B-20BE-566245CFC8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312"/>
          <a:stretch>
            <a:fillRect/>
          </a:stretch>
        </p:blipFill>
        <p:spPr>
          <a:xfrm>
            <a:off x="269838" y="1931096"/>
            <a:ext cx="4428899" cy="33257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365C09-9F79-2AE2-B65C-A7990042EC95}"/>
              </a:ext>
            </a:extLst>
          </p:cNvPr>
          <p:cNvSpPr txBox="1"/>
          <p:nvPr/>
        </p:nvSpPr>
        <p:spPr>
          <a:xfrm>
            <a:off x="558737" y="1506018"/>
            <a:ext cx="3851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NASA’s Analytical Results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0066FE-61D5-EF83-D8B4-B0906DC5E8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59"/>
          <a:stretch>
            <a:fillRect/>
          </a:stretch>
        </p:blipFill>
        <p:spPr>
          <a:xfrm>
            <a:off x="5343116" y="2504661"/>
            <a:ext cx="647777" cy="25567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C5E3F6-B6D4-91C2-B2A9-56E40EFE5745}"/>
              </a:ext>
            </a:extLst>
          </p:cNvPr>
          <p:cNvSpPr txBox="1"/>
          <p:nvPr/>
        </p:nvSpPr>
        <p:spPr>
          <a:xfrm>
            <a:off x="4307081" y="5256874"/>
            <a:ext cx="10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[2]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13651-436E-3821-34E4-9AE55AFB6E3D}"/>
              </a:ext>
            </a:extLst>
          </p:cNvPr>
          <p:cNvSpPr txBox="1"/>
          <p:nvPr/>
        </p:nvSpPr>
        <p:spPr>
          <a:xfrm>
            <a:off x="6365731" y="1052229"/>
            <a:ext cx="5117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Mach: 8 	/	Altitude: 100,000 ft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85B6CF-0AE2-1474-F5F7-3304E789BD24}"/>
              </a:ext>
            </a:extLst>
          </p:cNvPr>
          <p:cNvSpPr/>
          <p:nvPr/>
        </p:nvSpPr>
        <p:spPr>
          <a:xfrm>
            <a:off x="9543097" y="3797367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A57710-8D8A-8613-F790-467691353CF3}"/>
              </a:ext>
            </a:extLst>
          </p:cNvPr>
          <p:cNvSpPr txBox="1"/>
          <p:nvPr/>
        </p:nvSpPr>
        <p:spPr>
          <a:xfrm>
            <a:off x="9465135" y="3783015"/>
            <a:ext cx="97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2,450°F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E46BFE-DEF3-07A8-7254-44CD253B972D}"/>
              </a:ext>
            </a:extLst>
          </p:cNvPr>
          <p:cNvSpPr/>
          <p:nvPr/>
        </p:nvSpPr>
        <p:spPr>
          <a:xfrm>
            <a:off x="6540755" y="4907500"/>
            <a:ext cx="47535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98FA08-E812-75BC-A0A4-4F078CA2F708}"/>
              </a:ext>
            </a:extLst>
          </p:cNvPr>
          <p:cNvSpPr txBox="1"/>
          <p:nvPr/>
        </p:nvSpPr>
        <p:spPr>
          <a:xfrm>
            <a:off x="6561000" y="5049405"/>
            <a:ext cx="97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3,000°F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15AB6-5889-0A40-E39E-F1635CBD6B32}"/>
              </a:ext>
            </a:extLst>
          </p:cNvPr>
          <p:cNvSpPr txBox="1"/>
          <p:nvPr/>
        </p:nvSpPr>
        <p:spPr>
          <a:xfrm>
            <a:off x="9588816" y="2114277"/>
            <a:ext cx="97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1,850°F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7C74C4-9175-2295-B753-88E860EC55CA}"/>
              </a:ext>
            </a:extLst>
          </p:cNvPr>
          <p:cNvSpPr/>
          <p:nvPr/>
        </p:nvSpPr>
        <p:spPr>
          <a:xfrm flipV="1">
            <a:off x="10576834" y="236704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AF30769-0384-529F-64C9-2A431A4A92D9}"/>
              </a:ext>
            </a:extLst>
          </p:cNvPr>
          <p:cNvSpPr/>
          <p:nvPr/>
        </p:nvSpPr>
        <p:spPr>
          <a:xfrm>
            <a:off x="10803091" y="3235964"/>
            <a:ext cx="47535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0CEE3D-DFA0-68B8-BCE5-66C8677D9AD1}"/>
              </a:ext>
            </a:extLst>
          </p:cNvPr>
          <p:cNvSpPr txBox="1"/>
          <p:nvPr/>
        </p:nvSpPr>
        <p:spPr>
          <a:xfrm>
            <a:off x="10871642" y="3335659"/>
            <a:ext cx="97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1,800°F</a:t>
            </a:r>
          </a:p>
        </p:txBody>
      </p:sp>
    </p:spTree>
    <p:extLst>
      <p:ext uri="{BB962C8B-B14F-4D97-AF65-F5344CB8AC3E}">
        <p14:creationId xmlns:p14="http://schemas.microsoft.com/office/powerpoint/2010/main" val="279629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BD802-A16A-6DD3-4EED-D433F05E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1522-668B-64B9-5251-742C8174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81144"/>
          </a:xfrm>
        </p:spPr>
        <p:txBody>
          <a:bodyPr/>
          <a:lstStyle/>
          <a:p>
            <a:pPr algn="ctr"/>
            <a:r>
              <a:rPr lang="en-US" b="1"/>
              <a:t>ANSYS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75CA7-0C96-3340-2A89-8FD8B1B2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 descr="A blue sky with a jet spraying it&#10;&#10;AI-generated content may be incorrect.">
            <a:extLst>
              <a:ext uri="{FF2B5EF4-FFF2-40B4-BE49-F238E27FC236}">
                <a16:creationId xmlns:a16="http://schemas.microsoft.com/office/drawing/2014/main" id="{253AF99C-AD2D-4634-81A2-2F2958D60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28" y="2015837"/>
            <a:ext cx="6997282" cy="29596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2BE220-4EC6-F88C-1B0B-CB1667C75B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312"/>
          <a:stretch>
            <a:fillRect/>
          </a:stretch>
        </p:blipFill>
        <p:spPr>
          <a:xfrm>
            <a:off x="363887" y="1819809"/>
            <a:ext cx="4478277" cy="3362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944125-24F3-D9D3-EAEC-24F6412F8706}"/>
              </a:ext>
            </a:extLst>
          </p:cNvPr>
          <p:cNvSpPr txBox="1"/>
          <p:nvPr/>
        </p:nvSpPr>
        <p:spPr>
          <a:xfrm>
            <a:off x="363887" y="1376814"/>
            <a:ext cx="447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NASA’s Analytical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8A93DA-368B-A27C-AE88-EBC1AFD19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89" b="-1"/>
          <a:stretch>
            <a:fillRect/>
          </a:stretch>
        </p:blipFill>
        <p:spPr>
          <a:xfrm>
            <a:off x="5377069" y="2207709"/>
            <a:ext cx="605123" cy="2380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08148C-2866-50D5-3201-16622463875B}"/>
              </a:ext>
            </a:extLst>
          </p:cNvPr>
          <p:cNvSpPr txBox="1"/>
          <p:nvPr/>
        </p:nvSpPr>
        <p:spPr>
          <a:xfrm>
            <a:off x="4373949" y="5191476"/>
            <a:ext cx="10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[2]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FC395-9C75-608F-D7C7-D82C9A856B5E}"/>
              </a:ext>
            </a:extLst>
          </p:cNvPr>
          <p:cNvSpPr txBox="1"/>
          <p:nvPr/>
        </p:nvSpPr>
        <p:spPr>
          <a:xfrm>
            <a:off x="5829792" y="1376814"/>
            <a:ext cx="5117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Mach: 8 	/	Altitude: 100,000 ft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8BB61D-5A3E-3C36-6A91-E2B93BEB1C28}"/>
              </a:ext>
            </a:extLst>
          </p:cNvPr>
          <p:cNvSpPr/>
          <p:nvPr/>
        </p:nvSpPr>
        <p:spPr>
          <a:xfrm>
            <a:off x="6209810" y="2683400"/>
            <a:ext cx="47535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72D145-8E13-ED56-546A-E632EAAD10E0}"/>
              </a:ext>
            </a:extLst>
          </p:cNvPr>
          <p:cNvSpPr txBox="1"/>
          <p:nvPr/>
        </p:nvSpPr>
        <p:spPr>
          <a:xfrm>
            <a:off x="6303233" y="2217158"/>
            <a:ext cx="97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1,750°F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F10B33-8628-A9D2-F822-EEEB4BECFE67}"/>
              </a:ext>
            </a:extLst>
          </p:cNvPr>
          <p:cNvSpPr/>
          <p:nvPr/>
        </p:nvSpPr>
        <p:spPr>
          <a:xfrm>
            <a:off x="10407630" y="3223034"/>
            <a:ext cx="47535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C72E4B-F1E2-6E7D-DA3F-50C276FDFD74}"/>
              </a:ext>
            </a:extLst>
          </p:cNvPr>
          <p:cNvSpPr txBox="1"/>
          <p:nvPr/>
        </p:nvSpPr>
        <p:spPr>
          <a:xfrm>
            <a:off x="10337386" y="2766978"/>
            <a:ext cx="97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1,500°F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B7BEC1-CBA2-2152-D04E-49994ED9E312}"/>
              </a:ext>
            </a:extLst>
          </p:cNvPr>
          <p:cNvSpPr/>
          <p:nvPr/>
        </p:nvSpPr>
        <p:spPr>
          <a:xfrm>
            <a:off x="6072233" y="2729119"/>
            <a:ext cx="47535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49990A-1204-4736-28CC-2D56C3A927F1}"/>
              </a:ext>
            </a:extLst>
          </p:cNvPr>
          <p:cNvSpPr txBox="1"/>
          <p:nvPr/>
        </p:nvSpPr>
        <p:spPr>
          <a:xfrm>
            <a:off x="5982192" y="2774838"/>
            <a:ext cx="97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2,300°F</a:t>
            </a:r>
          </a:p>
        </p:txBody>
      </p:sp>
    </p:spTree>
    <p:extLst>
      <p:ext uri="{BB962C8B-B14F-4D97-AF65-F5344CB8AC3E}">
        <p14:creationId xmlns:p14="http://schemas.microsoft.com/office/powerpoint/2010/main" val="285662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02B01-F903-4A0E-EA88-B50ABA55B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45903-1CA2-D5D9-BA28-A00C6248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ANSYS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01337-50DE-1CEB-7DF0-004A7ED6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70CA7-7534-6E0B-B082-B0575FE7D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86" y="1223884"/>
            <a:ext cx="3475313" cy="45498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DDBB55-4AB7-70BE-0575-D7DBAC0112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70" t="9336" r="9291" b="78878"/>
          <a:stretch>
            <a:fillRect/>
          </a:stretch>
        </p:blipFill>
        <p:spPr>
          <a:xfrm>
            <a:off x="4550981" y="2503951"/>
            <a:ext cx="7331014" cy="18500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1FBE05B-8A50-C925-C71A-6978F2C90653}"/>
              </a:ext>
            </a:extLst>
          </p:cNvPr>
          <p:cNvSpPr/>
          <p:nvPr/>
        </p:nvSpPr>
        <p:spPr>
          <a:xfrm>
            <a:off x="4805557" y="3407983"/>
            <a:ext cx="7003583" cy="2673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8E33558-E729-FA0C-74EB-5D0777A9C2C2}"/>
              </a:ext>
            </a:extLst>
          </p:cNvPr>
          <p:cNvSpPr/>
          <p:nvPr/>
        </p:nvSpPr>
        <p:spPr>
          <a:xfrm>
            <a:off x="3820080" y="3319204"/>
            <a:ext cx="624745" cy="3592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B49C4-8A70-DD5A-548B-561680DF25F2}"/>
              </a:ext>
            </a:extLst>
          </p:cNvPr>
          <p:cNvSpPr txBox="1"/>
          <p:nvPr/>
        </p:nvSpPr>
        <p:spPr>
          <a:xfrm>
            <a:off x="11405881" y="4324051"/>
            <a:ext cx="47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[4]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BC1FC-A58C-4008-4182-BB163E9C8294}"/>
              </a:ext>
            </a:extLst>
          </p:cNvPr>
          <p:cNvSpPr txBox="1"/>
          <p:nvPr/>
        </p:nvSpPr>
        <p:spPr>
          <a:xfrm>
            <a:off x="3623998" y="5442747"/>
            <a:ext cx="47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1921269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FBE0-68F9-0671-504D-42CB1A14B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1EA8-D413-2E13-31DE-C730F7D0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81144"/>
          </a:xfrm>
        </p:spPr>
        <p:txBody>
          <a:bodyPr/>
          <a:lstStyle/>
          <a:p>
            <a:pPr algn="ctr"/>
            <a:r>
              <a:rPr lang="en-US" b="1"/>
              <a:t>ANSYS Verification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A4E25-CB5C-1F00-1A5C-4180A91F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1A9A05-9709-2EAF-3914-32E2EC9FC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80" t="2769" r="14207" b="6610"/>
          <a:stretch>
            <a:fillRect/>
          </a:stretch>
        </p:blipFill>
        <p:spPr>
          <a:xfrm>
            <a:off x="519546" y="1348517"/>
            <a:ext cx="5117522" cy="44654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02FBB1-9D70-C3E6-5A4D-3DB23C18A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535" y="1348517"/>
            <a:ext cx="4556413" cy="2186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8704F2-2241-690A-9681-E303E3AAD8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206"/>
          <a:stretch>
            <a:fillRect/>
          </a:stretch>
        </p:blipFill>
        <p:spPr>
          <a:xfrm>
            <a:off x="6473535" y="3629216"/>
            <a:ext cx="4556413" cy="21847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1BFFF-F856-C933-CFFB-F15C62DFD1AF}"/>
              </a:ext>
            </a:extLst>
          </p:cNvPr>
          <p:cNvSpPr txBox="1"/>
          <p:nvPr/>
        </p:nvSpPr>
        <p:spPr>
          <a:xfrm>
            <a:off x="519546" y="908884"/>
            <a:ext cx="5117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NASA’s Analytical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F00294-3DD5-304F-BA95-AC8FCA440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680" y="1852559"/>
            <a:ext cx="318418" cy="11291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15BD88-9C9A-4B8D-2C60-E977C20DC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185" y="4134678"/>
            <a:ext cx="318418" cy="1129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9AF9B0-0EB9-71F8-4CBA-E3B297AF24EA}"/>
              </a:ext>
            </a:extLst>
          </p:cNvPr>
          <p:cNvSpPr txBox="1"/>
          <p:nvPr/>
        </p:nvSpPr>
        <p:spPr>
          <a:xfrm>
            <a:off x="5952744" y="911120"/>
            <a:ext cx="5559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Mach: 6.04         /        Altitude: 101,600 ft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FA7292-A227-82DB-9843-8AF43CE23921}"/>
              </a:ext>
            </a:extLst>
          </p:cNvPr>
          <p:cNvSpPr/>
          <p:nvPr/>
        </p:nvSpPr>
        <p:spPr>
          <a:xfrm>
            <a:off x="7071425" y="4672184"/>
            <a:ext cx="5894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1CBD62-9D4D-DDBB-5948-E4FE19C2C7B1}"/>
              </a:ext>
            </a:extLst>
          </p:cNvPr>
          <p:cNvSpPr/>
          <p:nvPr/>
        </p:nvSpPr>
        <p:spPr>
          <a:xfrm>
            <a:off x="7328695" y="2514496"/>
            <a:ext cx="47535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35C320-8376-BE7E-9C5A-A0F41AFB2D7A}"/>
              </a:ext>
            </a:extLst>
          </p:cNvPr>
          <p:cNvSpPr/>
          <p:nvPr/>
        </p:nvSpPr>
        <p:spPr>
          <a:xfrm>
            <a:off x="7569040" y="2570980"/>
            <a:ext cx="47535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9DD2BB-7F97-E5EE-4A02-EDEEC302770E}"/>
              </a:ext>
            </a:extLst>
          </p:cNvPr>
          <p:cNvSpPr txBox="1"/>
          <p:nvPr/>
        </p:nvSpPr>
        <p:spPr>
          <a:xfrm>
            <a:off x="7032807" y="4812496"/>
            <a:ext cx="97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900°F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4CDB27-5C85-E932-C0DB-3A8EC76E4C98}"/>
              </a:ext>
            </a:extLst>
          </p:cNvPr>
          <p:cNvSpPr txBox="1"/>
          <p:nvPr/>
        </p:nvSpPr>
        <p:spPr>
          <a:xfrm>
            <a:off x="6889908" y="2023229"/>
            <a:ext cx="97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2,400°F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2D47AD-06F5-4689-5B7C-D18B56F1DE8D}"/>
              </a:ext>
            </a:extLst>
          </p:cNvPr>
          <p:cNvSpPr txBox="1"/>
          <p:nvPr/>
        </p:nvSpPr>
        <p:spPr>
          <a:xfrm>
            <a:off x="7290475" y="2707564"/>
            <a:ext cx="78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900°F</a:t>
            </a:r>
          </a:p>
        </p:txBody>
      </p:sp>
    </p:spTree>
    <p:extLst>
      <p:ext uri="{BB962C8B-B14F-4D97-AF65-F5344CB8AC3E}">
        <p14:creationId xmlns:p14="http://schemas.microsoft.com/office/powerpoint/2010/main" val="342269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E18F4-83AD-A7E6-3454-F9897210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7D65-A6BE-F0EA-C3A8-12D4ED8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62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DC0F7-90A8-BB0F-2098-54EB1E6D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715A98-D080-D056-D4D5-829F417D2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131597"/>
            <a:ext cx="4618707" cy="2215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83C8E2-898E-7A40-CBF6-ACD5662A5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06"/>
          <a:stretch>
            <a:fillRect/>
          </a:stretch>
        </p:blipFill>
        <p:spPr>
          <a:xfrm>
            <a:off x="4724400" y="3474720"/>
            <a:ext cx="4618706" cy="2188691"/>
          </a:xfrm>
          <a:prstGeom prst="rect">
            <a:avLst/>
          </a:prstGeom>
        </p:spPr>
      </p:pic>
      <p:pic>
        <p:nvPicPr>
          <p:cNvPr id="6" name="Picture 5" descr="A model of a jet&#10;&#10;AI-generated content may be incorrect.">
            <a:extLst>
              <a:ext uri="{FF2B5EF4-FFF2-40B4-BE49-F238E27FC236}">
                <a16:creationId xmlns:a16="http://schemas.microsoft.com/office/drawing/2014/main" id="{67B12D6C-1D5D-9DBC-C255-4AA5E95D68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83" y="1131597"/>
            <a:ext cx="3998913" cy="2215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C13CD9-E338-5386-C0FB-690FFBC0F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10" y="3492719"/>
            <a:ext cx="3998913" cy="2166714"/>
          </a:xfrm>
          <a:prstGeom prst="rect">
            <a:avLst/>
          </a:prstGeom>
        </p:spPr>
      </p:pic>
      <p:pic>
        <p:nvPicPr>
          <p:cNvPr id="8" name="Picture 7" descr="A grey airplane with black lines&#10;&#10;AI-generated content may be incorrect.">
            <a:extLst>
              <a:ext uri="{FF2B5EF4-FFF2-40B4-BE49-F238E27FC236}">
                <a16:creationId xmlns:a16="http://schemas.microsoft.com/office/drawing/2014/main" id="{FAB4387B-E399-C089-AFA7-98244E30AE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1" t="1308" r="15948" b="3936"/>
          <a:stretch>
            <a:fillRect/>
          </a:stretch>
        </p:blipFill>
        <p:spPr>
          <a:xfrm>
            <a:off x="9428211" y="1122694"/>
            <a:ext cx="2295553" cy="453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19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B0A19-D376-BBD9-84C0-F8F26610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D32B-2BCC-CC21-1074-7F51A1B5C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62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14CE-61B4-4826-9A79-EC78E376C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7F01E-C872-428E-BE48-7F585A9E3BC0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4E32D-3CA6-5DC1-8E07-D0BA930C543F}"/>
              </a:ext>
            </a:extLst>
          </p:cNvPr>
          <p:cNvSpPr txBox="1"/>
          <p:nvPr/>
        </p:nvSpPr>
        <p:spPr>
          <a:xfrm>
            <a:off x="670560" y="1234440"/>
            <a:ext cx="1108456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[1] A. B. Price, “Thermal protection system X-15A-2 Design report,” NASA Contractor Report CR-82003, 1968.</a:t>
            </a:r>
          </a:p>
          <a:p>
            <a:pPr>
              <a:spcAft>
                <a:spcPts val="600"/>
              </a:spcAft>
            </a:pPr>
            <a:r>
              <a:rPr lang="en-US"/>
              <a:t>[2] NASA, “Progress of the X-15 Research Airplane Program,” in Proceedings of the 4th Conference on Progress of the X-15 Research Airplane Program, Edwards AFB, CA, Oct. 7, 1965, NASA-SP-90. </a:t>
            </a:r>
          </a:p>
          <a:p>
            <a:pPr>
              <a:spcAft>
                <a:spcPts val="600"/>
              </a:spcAft>
            </a:pPr>
            <a:r>
              <a:rPr lang="en-US"/>
              <a:t>[3] W. D. Grantham and S. H. </a:t>
            </a:r>
            <a:r>
              <a:rPr lang="en-US" err="1"/>
              <a:t>Scher</a:t>
            </a:r>
            <a:r>
              <a:rPr lang="en-US"/>
              <a:t>, “Analytical investigation and prediction of spin and recovery characteristics of the North American X-15 airplane,” NASA Technical Memorandum NASA-TM-X-294, Oct. 1, 1960. </a:t>
            </a:r>
          </a:p>
          <a:p>
            <a:pPr>
              <a:spcAft>
                <a:spcPts val="600"/>
              </a:spcAft>
            </a:pPr>
            <a:r>
              <a:rPr lang="en-US"/>
              <a:t>[4] D. R. Jenkins, *</a:t>
            </a:r>
            <a:r>
              <a:rPr lang="en-US" err="1"/>
              <a:t>Hypersonics</a:t>
            </a:r>
            <a:r>
              <a:rPr lang="en-US"/>
              <a:t> Before the Shuttle: A Concise History of the X-15 Research Airplane*, NASA History Series, Monographs in Aerospace History no. 18, NASA Publication SP-2000-4518, June 2000.</a:t>
            </a:r>
          </a:p>
          <a:p>
            <a:pPr>
              <a:spcAft>
                <a:spcPts val="600"/>
              </a:spcAft>
            </a:pPr>
            <a:r>
              <a:rPr lang="en-US"/>
              <a:t>[5] E. E. </a:t>
            </a:r>
            <a:r>
              <a:rPr lang="en-US" err="1"/>
              <a:t>Kordes</a:t>
            </a:r>
            <a:r>
              <a:rPr lang="en-US"/>
              <a:t>, “Structural Heating Experiences on the X-15 Airplane,” NASA Technical Memorandum NASA-TM-X-711, Mar. 1962.</a:t>
            </a:r>
          </a:p>
        </p:txBody>
      </p:sp>
    </p:spTree>
    <p:extLst>
      <p:ext uri="{BB962C8B-B14F-4D97-AF65-F5344CB8AC3E}">
        <p14:creationId xmlns:p14="http://schemas.microsoft.com/office/powerpoint/2010/main" val="638714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D1724"/>
      </a:dk2>
      <a:lt2>
        <a:srgbClr val="E2E4DB"/>
      </a:lt2>
      <a:accent1>
        <a:srgbClr val="5E091A"/>
      </a:accent1>
      <a:accent2>
        <a:srgbClr val="410611"/>
      </a:accent2>
      <a:accent3>
        <a:srgbClr val="545651"/>
      </a:accent3>
      <a:accent4>
        <a:srgbClr val="848780"/>
      </a:accent4>
      <a:accent5>
        <a:srgbClr val="B9BDB3"/>
      </a:accent5>
      <a:accent6>
        <a:srgbClr val="890C25"/>
      </a:accent6>
      <a:hlink>
        <a:srgbClr val="890C25"/>
      </a:hlink>
      <a:folHlink>
        <a:srgbClr val="890C25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F7BB55809F47429ED4FB4C5FD006E3" ma:contentTypeVersion="10" ma:contentTypeDescription="Create a new document." ma:contentTypeScope="" ma:versionID="fd460d20b2f9a3f292e1416900dc8eaf">
  <xsd:schema xmlns:xsd="http://www.w3.org/2001/XMLSchema" xmlns:xs="http://www.w3.org/2001/XMLSchema" xmlns:p="http://schemas.microsoft.com/office/2006/metadata/properties" xmlns:ns2="5aabf771-f332-4b5d-af5b-c41d11e94670" xmlns:ns3="3f0f748a-c80f-432c-bb36-048f33edb040" targetNamespace="http://schemas.microsoft.com/office/2006/metadata/properties" ma:root="true" ma:fieldsID="9b1268017a36fb40fe85dc8a6f468004" ns2:_="" ns3:_="">
    <xsd:import namespace="5aabf771-f332-4b5d-af5b-c41d11e94670"/>
    <xsd:import namespace="3f0f748a-c80f-432c-bb36-048f33edb0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bf771-f332-4b5d-af5b-c41d11e946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2011f1f-c1f6-43e5-98b2-4e6fd79a0b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0f748a-c80f-432c-bb36-048f33edb04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1e99ebc-9857-4682-bb1f-3f641a1aa37e}" ma:internalName="TaxCatchAll" ma:showField="CatchAllData" ma:web="3f0f748a-c80f-432c-bb36-048f33edb0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aabf771-f332-4b5d-af5b-c41d11e94670">
      <Terms xmlns="http://schemas.microsoft.com/office/infopath/2007/PartnerControls"/>
    </lcf76f155ced4ddcb4097134ff3c332f>
    <TaxCatchAll xmlns="3f0f748a-c80f-432c-bb36-048f33edb040" xsi:nil="true"/>
  </documentManagement>
</p:properties>
</file>

<file path=customXml/itemProps1.xml><?xml version="1.0" encoding="utf-8"?>
<ds:datastoreItem xmlns:ds="http://schemas.openxmlformats.org/officeDocument/2006/customXml" ds:itemID="{3838C43F-915A-42FC-98F5-F8487363DB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5E1A12-2EB8-4AF7-9DAD-40D403EC145D}">
  <ds:schemaRefs>
    <ds:schemaRef ds:uri="3f0f748a-c80f-432c-bb36-048f33edb040"/>
    <ds:schemaRef ds:uri="5aabf771-f332-4b5d-af5b-c41d11e946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8235773-78B7-4FF6-8DD6-7803814B7E1C}">
  <ds:schemaRefs>
    <ds:schemaRef ds:uri="3f0f748a-c80f-432c-bb36-048f33edb040"/>
    <ds:schemaRef ds:uri="5aabf771-f332-4b5d-af5b-c41d11e9467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522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Cambria Math</vt:lpstr>
      <vt:lpstr>Century Gothic</vt:lpstr>
      <vt:lpstr>Palatino Linotype</vt:lpstr>
      <vt:lpstr>Palatino Linotype (Body)</vt:lpstr>
      <vt:lpstr>Times New Roman</vt:lpstr>
      <vt:lpstr>Office Theme</vt:lpstr>
      <vt:lpstr>X-15 Final Briefing</vt:lpstr>
      <vt:lpstr>Systems V-Diagram</vt:lpstr>
      <vt:lpstr>Simulation Overview</vt:lpstr>
      <vt:lpstr>Finalized SolidWorks Model</vt:lpstr>
      <vt:lpstr>Dimension Verification</vt:lpstr>
      <vt:lpstr>Dimension Verification</vt:lpstr>
      <vt:lpstr>Dimension Verification</vt:lpstr>
      <vt:lpstr>ANSYS Workflow</vt:lpstr>
      <vt:lpstr>ANSYS Meshing</vt:lpstr>
      <vt:lpstr>Governing Equations</vt:lpstr>
      <vt:lpstr>ANSYS Results</vt:lpstr>
      <vt:lpstr>ANSYS Results</vt:lpstr>
      <vt:lpstr>ANSYS Verification</vt:lpstr>
      <vt:lpstr>ANSYS Verification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Tankersley, Lonnie</dc:creator>
  <cp:lastModifiedBy>Wesley Janes</cp:lastModifiedBy>
  <cp:revision>3</cp:revision>
  <dcterms:created xsi:type="dcterms:W3CDTF">2025-09-09T23:35:48Z</dcterms:created>
  <dcterms:modified xsi:type="dcterms:W3CDTF">2026-01-14T06:35:40Z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0x01010066F7BB55809F47429ED4FB4C5FD006E3</vt:lpwstr>
  </property>
  <property fmtid="{D5CDD505-2E9C-101B-9397-08002B2CF9AE}" pid="3" name="MediaServiceImageTags">
    <vt:lpwstr/>
  </property>
</Properties>
</file>